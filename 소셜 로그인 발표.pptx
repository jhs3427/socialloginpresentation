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32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77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118C8B-A477-48FE-84D9-CD6F511B9ECA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CCEE3-1D4B-4AC6-9E23-9254F456E1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9657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8CCEE3-1D4B-4AC6-9E23-9254F456E1E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42298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네이버 </a:t>
            </a:r>
            <a:r>
              <a:rPr lang="ko-KR" altLang="en-US" dirty="0" err="1"/>
              <a:t>디벨로퍼</a:t>
            </a:r>
            <a:r>
              <a:rPr lang="ko-KR" altLang="en-US" dirty="0"/>
              <a:t> 관련 참고 </a:t>
            </a:r>
            <a:r>
              <a:rPr lang="en-US" altLang="ko-KR" dirty="0"/>
              <a:t>: https://breakthedays.tistory.com/263</a:t>
            </a:r>
          </a:p>
          <a:p>
            <a:r>
              <a:rPr lang="ko-KR" altLang="en-US" dirty="0"/>
              <a:t>카카오 </a:t>
            </a:r>
            <a:r>
              <a:rPr lang="ko-KR" altLang="en-US" dirty="0" err="1"/>
              <a:t>디벨로퍼</a:t>
            </a:r>
            <a:r>
              <a:rPr lang="ko-KR" altLang="en-US" dirty="0"/>
              <a:t> 관련 참고 </a:t>
            </a:r>
            <a:r>
              <a:rPr lang="en-US" altLang="ko-KR" dirty="0"/>
              <a:t>: https://velog.io/@leejpsd/React-%EC%86%8C%EC%85%9C%EB%A1%9C%EA%B7%B8%EC%9D%B8-OAuth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8CCEE3-1D4B-4AC6-9E23-9254F456E1E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9584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AAC4C5-AED8-655A-12BF-A822ACDD34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B34E49-3419-8903-A836-9083BAB129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8EA72D-66D3-96FC-4D59-C86832EFF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F2E780-DFD9-F1C6-A006-1AD14F53D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DD393A-01E5-2D72-39B1-80AD0103F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277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0713B-3AE6-3FC3-1D85-CAD480506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629488-7992-17F5-F114-1C88AA291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959BF9-CD64-EDC8-049D-8DBCFB6C0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FEF385-1291-D11E-C6BA-2289C934E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FE48F6-8193-2903-0260-3D518CB04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0165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05853-7A35-07E5-4E7E-C868F4460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645832-6B6B-81EB-0FD9-E49ACAFF0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FCC153-D370-398F-07E1-8222B498C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A1DED6-291D-8718-A573-3BAAFA841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9FB961-18DD-8EDB-C5C4-3F00DFB19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744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7666B7-A2BF-5D07-02FC-F43975DAE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54FA1A-37E5-8B9B-2DA3-02A943295F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30CFD3-F0C5-DD03-4B29-5B000D1FD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4DD472-6CC4-31C4-F402-7153990D3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563A5E6-8173-D5D4-C12B-B1DCE0F6E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2F56C46-8295-DE65-F191-379525F89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09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6F224C-E1D1-E1B2-C7A1-D75855A76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F19C81-28C7-4FE5-71F1-65B95C071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6945CC-4A72-100B-0154-303A99C42B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22E33A-C455-C60D-A85A-8272CB27D0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E839ACB-5FF4-FAA3-8D33-296954364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E69AFA8-1AED-D46A-1801-BD1EC8AAC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5659AD4-7B60-5E2C-B090-C8F6EAF7E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A58A3FA-F91A-C007-1F19-D5A98788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1265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60C1C9-93A0-56DC-8BE5-8D6686B9E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02DF42-136C-68F9-241B-13F7929EC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9AFD00-C8CE-C34B-4F0A-289C42D2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F72E0-7327-D87F-C15C-001FB1EE9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319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D920141-53AA-77B6-0936-ECA2B3039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53088E-202D-97E8-A5F2-9ADEC8CD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8954F2-2FFF-1748-B377-F809DECE3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4587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90BF00-2393-43EC-9A0D-DD912131A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B294A6-71F9-5E68-C6FC-AB8B77E59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64410EA-B470-1679-DF5A-5158D05902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67B67D-0194-54AA-6DD3-515165671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D5C5A7-5652-4C53-498B-DFE24519D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5AFC3D4-7430-C863-A7C0-93EC11DAA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0438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289FB5-DC6D-3308-212E-26D20B629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E9648D5-3DD4-5C30-B90F-A7E1E581CE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FAC20B-F191-23CE-23C6-39E56D1391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8B37C0-52E2-2954-77CA-1AA7B4C30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E7EF8C-BD82-ED5B-B848-6D58A5645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74E9BD-0408-07B8-E2EA-B2A0A05C8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924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82583B-A7EB-3D75-7BA1-2DB6D3FD7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74B7A7-3471-9396-8673-8B803E6F0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5F3832-6BCC-7425-87A3-B8924A10D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23BD72-6CFE-EA76-DF8F-866EEDA7B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5D6B50-A027-D96E-D3B4-89790DDD5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2152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755FCA5-6CE5-BECE-3E6A-00280E8C78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BA36FF-8B3C-DB2C-9219-B78AB1BDF5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41BAC1-BF34-8905-C629-A2001FD0A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2B20B-ADAF-2E1F-2ED2-FC983714C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B8336-9B6E-6C87-9F17-A4952FAB6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12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BB1564-F96B-0035-C022-97C1A943D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A41F137-E657-3C69-3EA6-EE9CB3DB7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FF1C3D-DC13-BF8C-ED9D-BF44D0228F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B5172D-2C30-4AE0-A98E-CFE64EE5FA6C}" type="datetimeFigureOut">
              <a:rPr lang="ko-KR" altLang="en-US" smtClean="0"/>
              <a:t>2025-11-13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6836F9-2D6B-70D5-6332-F6048A1414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9BE4E3-EF63-1D48-5CD9-6E7E40AE1A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4CA42E-7184-48EA-B092-43DF250EC0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7390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s.kakao.com/docs/latest/ko/kakaologin/rest-api" TargetMode="External"/><Relationship Id="rId2" Type="http://schemas.openxmlformats.org/officeDocument/2006/relationships/hyperlink" Target="https://developers.naver.com/docs/login/api/api.md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s.naver.com/docs/login/profile/profile.md" TargetMode="External"/><Relationship Id="rId2" Type="http://schemas.openxmlformats.org/officeDocument/2006/relationships/hyperlink" Target="https://developers.kakao.com/console/app/1324377/product/login/scope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uyeoniii.tistory.com/81" TargetMode="External"/><Relationship Id="rId2" Type="http://schemas.openxmlformats.org/officeDocument/2006/relationships/hyperlink" Target="https://suyeoniii.tistory.com/79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3E526D-0910-37AE-6824-80ED35105A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65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소셜 로그인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카카오톡</a:t>
            </a:r>
            <a:r>
              <a:rPr lang="en-US" altLang="ko-KR" dirty="0"/>
              <a:t>/</a:t>
            </a:r>
            <a:r>
              <a:rPr lang="ko-KR" altLang="en-US" dirty="0"/>
              <a:t>네이버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구현 방법 예시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8CD98C-896A-AF1B-AD42-6D7EE8424C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3391" y="5461960"/>
            <a:ext cx="9144000" cy="529540"/>
          </a:xfrm>
        </p:spPr>
        <p:txBody>
          <a:bodyPr>
            <a:normAutofit/>
          </a:bodyPr>
          <a:lstStyle/>
          <a:p>
            <a:r>
              <a:rPr lang="ko-KR" altLang="en-US" dirty="0"/>
              <a:t>발표자 </a:t>
            </a:r>
            <a:r>
              <a:rPr lang="en-US" altLang="ko-KR" dirty="0"/>
              <a:t>: 4</a:t>
            </a:r>
            <a:r>
              <a:rPr lang="ko-KR" altLang="en-US" dirty="0"/>
              <a:t>조</a:t>
            </a:r>
            <a:r>
              <a:rPr lang="en-US" altLang="ko-KR" dirty="0"/>
              <a:t>(</a:t>
            </a:r>
            <a:r>
              <a:rPr lang="ko-KR" altLang="en-US" dirty="0" err="1"/>
              <a:t>자전거앱</a:t>
            </a:r>
            <a:r>
              <a:rPr lang="ko-KR" altLang="en-US" dirty="0"/>
              <a:t> 프로젝트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회원 정보 담당 </a:t>
            </a:r>
            <a:r>
              <a:rPr lang="en-US" altLang="ko-KR" dirty="0"/>
              <a:t>– </a:t>
            </a:r>
            <a:r>
              <a:rPr lang="ko-KR" altLang="en-US" dirty="0"/>
              <a:t>조 해성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7879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98331-9C4F-7138-75FA-38D74D36A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진행 순서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7EFBEE-EA1A-4194-7EC8-8DF6CC2BB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889"/>
            <a:ext cx="10515600" cy="4351338"/>
          </a:xfrm>
        </p:spPr>
        <p:txBody>
          <a:bodyPr/>
          <a:lstStyle/>
          <a:p>
            <a:pPr marL="514357" indent="-514357" algn="ctr">
              <a:buAutoNum type="arabicPeriod"/>
            </a:pPr>
            <a:r>
              <a:rPr lang="ko-KR" altLang="en-US" dirty="0"/>
              <a:t>개요</a:t>
            </a:r>
            <a:endParaRPr lang="en-US" altLang="ko-KR" dirty="0"/>
          </a:p>
          <a:p>
            <a:pPr marL="514357" indent="-514357" algn="ctr">
              <a:buAutoNum type="arabicPeriod"/>
            </a:pPr>
            <a:r>
              <a:rPr lang="ko-KR" altLang="en-US" dirty="0"/>
              <a:t>소셜 로그인 구현 전에 알아보기</a:t>
            </a:r>
            <a:endParaRPr lang="en-US" altLang="ko-KR" dirty="0"/>
          </a:p>
          <a:p>
            <a:pPr marL="914405" lvl="1" indent="-457200" algn="ctr">
              <a:buAutoNum type="arabicParenR"/>
            </a:pPr>
            <a:r>
              <a:rPr lang="ko-KR" altLang="en-US" dirty="0"/>
              <a:t>작동 방식</a:t>
            </a:r>
            <a:endParaRPr lang="en-US" altLang="ko-KR" dirty="0"/>
          </a:p>
          <a:p>
            <a:pPr marL="914405" lvl="1" indent="-457200" algn="ctr">
              <a:buAutoNum type="arabicParenR"/>
            </a:pPr>
            <a:r>
              <a:rPr lang="ko-KR" altLang="en-US" dirty="0"/>
              <a:t>구현 전 준비사항</a:t>
            </a:r>
            <a:endParaRPr lang="en-US" altLang="ko-KR" dirty="0"/>
          </a:p>
          <a:p>
            <a:pPr marL="514357" indent="-514357" algn="ctr">
              <a:buAutoNum type="arabicPeriod"/>
            </a:pPr>
            <a:r>
              <a:rPr lang="en-US" altLang="ko-KR" dirty="0"/>
              <a:t>API docs</a:t>
            </a:r>
          </a:p>
          <a:p>
            <a:pPr marL="514357" indent="-514357" algn="ctr">
              <a:buFont typeface="Arial" panose="020B0604020202020204" pitchFamily="34" charset="0"/>
              <a:buAutoNum type="arabicPeriod"/>
            </a:pPr>
            <a:r>
              <a:rPr lang="ko-KR" altLang="en-US" dirty="0"/>
              <a:t>코드 설명</a:t>
            </a:r>
            <a:r>
              <a:rPr lang="en-US" altLang="ko-KR" dirty="0"/>
              <a:t> / </a:t>
            </a:r>
            <a:r>
              <a:rPr lang="ko-KR" altLang="en-US" dirty="0"/>
              <a:t>실제 작동 여부</a:t>
            </a:r>
            <a:endParaRPr lang="en-US" altLang="ko-KR" dirty="0"/>
          </a:p>
          <a:p>
            <a:pPr marL="514357" indent="-514357" algn="ctr">
              <a:buAutoNum type="arabicPeriod"/>
            </a:pPr>
            <a:r>
              <a:rPr lang="ko-KR" altLang="en-US" dirty="0"/>
              <a:t>데이터 수집 후 추가적인 고려 사항</a:t>
            </a:r>
            <a:endParaRPr lang="en-US" altLang="ko-KR" dirty="0"/>
          </a:p>
          <a:p>
            <a:pPr marL="514357" indent="-514357" algn="ctr">
              <a:buAutoNum type="arabicPeriod"/>
            </a:pPr>
            <a:r>
              <a:rPr lang="ko-KR" altLang="en-US" dirty="0"/>
              <a:t>출처 및 질의응답 시간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252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9B136-D89C-5A4F-DAF8-F24EFBA02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8C9216-3661-FBE9-D517-8072E65D3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1. </a:t>
            </a:r>
            <a:r>
              <a:rPr lang="ko-KR" altLang="en-US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01839C-5C5B-3F36-669F-BA5E07DEB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29153"/>
            <a:ext cx="2685177" cy="548459"/>
          </a:xfrm>
        </p:spPr>
        <p:txBody>
          <a:bodyPr/>
          <a:lstStyle/>
          <a:p>
            <a:pPr algn="ctr"/>
            <a:r>
              <a:rPr lang="ko-KR" altLang="en-US" dirty="0"/>
              <a:t>로그인 방법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A279571-C475-59D6-DD97-1B142DDB297C}"/>
              </a:ext>
            </a:extLst>
          </p:cNvPr>
          <p:cNvSpPr txBox="1">
            <a:spLocks/>
          </p:cNvSpPr>
          <p:nvPr/>
        </p:nvSpPr>
        <p:spPr>
          <a:xfrm>
            <a:off x="6096000" y="1729151"/>
            <a:ext cx="2685177" cy="548459"/>
          </a:xfrm>
          <a:prstGeom prst="rect">
            <a:avLst/>
          </a:prstGeom>
        </p:spPr>
        <p:txBody>
          <a:bodyPr vert="horz" lIns="91440" tIns="45721" rIns="91440" bIns="45721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로그인 방법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0E38D2-B6FC-F31F-3B1F-67FF1586D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326" y="2277610"/>
            <a:ext cx="4229691" cy="45569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9253AD-2AE5-B55D-B2C6-3CE08252C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651" y="2436972"/>
            <a:ext cx="2305372" cy="457264"/>
          </a:xfrm>
          <a:prstGeom prst="rect">
            <a:avLst/>
          </a:prstGeom>
        </p:spPr>
      </p:pic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5FDF64A3-78DE-28A4-FE70-12C95A47091F}"/>
              </a:ext>
            </a:extLst>
          </p:cNvPr>
          <p:cNvSpPr/>
          <p:nvPr/>
        </p:nvSpPr>
        <p:spPr>
          <a:xfrm>
            <a:off x="1937858" y="2919371"/>
            <a:ext cx="1392572" cy="90601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8F0B9024-B5A7-8B21-5F0D-6409B85F9A38}"/>
              </a:ext>
            </a:extLst>
          </p:cNvPr>
          <p:cNvSpPr txBox="1">
            <a:spLocks/>
          </p:cNvSpPr>
          <p:nvPr/>
        </p:nvSpPr>
        <p:spPr>
          <a:xfrm>
            <a:off x="1333500" y="3994183"/>
            <a:ext cx="2685177" cy="326149"/>
          </a:xfrm>
          <a:prstGeom prst="rect">
            <a:avLst/>
          </a:prstGeom>
        </p:spPr>
        <p:txBody>
          <a:bodyPr vert="horz" lIns="91440" tIns="45721" rIns="91440" bIns="45721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아이디</a:t>
            </a:r>
            <a:r>
              <a:rPr lang="en-US" altLang="ko-KR" dirty="0"/>
              <a:t>/</a:t>
            </a:r>
            <a:r>
              <a:rPr lang="ko-KR" altLang="en-US" dirty="0"/>
              <a:t>비밀번호 입력</a:t>
            </a: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7A3D403D-2AF5-FEF8-F1B2-EF2C970A908E}"/>
              </a:ext>
            </a:extLst>
          </p:cNvPr>
          <p:cNvSpPr/>
          <p:nvPr/>
        </p:nvSpPr>
        <p:spPr>
          <a:xfrm>
            <a:off x="1937858" y="4533143"/>
            <a:ext cx="1392572" cy="90601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C343D3A9-75D5-21FE-A5FC-4A79EC105520}"/>
              </a:ext>
            </a:extLst>
          </p:cNvPr>
          <p:cNvSpPr txBox="1">
            <a:spLocks/>
          </p:cNvSpPr>
          <p:nvPr/>
        </p:nvSpPr>
        <p:spPr>
          <a:xfrm>
            <a:off x="1333500" y="5488889"/>
            <a:ext cx="2685177" cy="326149"/>
          </a:xfrm>
          <a:prstGeom prst="rect">
            <a:avLst/>
          </a:prstGeom>
        </p:spPr>
        <p:txBody>
          <a:bodyPr vert="horz" lIns="91440" tIns="45721" rIns="91440" bIns="45721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dirty="0"/>
              <a:t>일치하면 접속</a:t>
            </a:r>
          </a:p>
        </p:txBody>
      </p:sp>
    </p:spTree>
    <p:extLst>
      <p:ext uri="{BB962C8B-B14F-4D97-AF65-F5344CB8AC3E}">
        <p14:creationId xmlns:p14="http://schemas.microsoft.com/office/powerpoint/2010/main" val="3230285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064A9-9AE7-5B0A-C313-4299DF274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F9EFF4-8103-4280-7BE4-CB424846F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4035802" cy="1925069"/>
          </a:xfrm>
        </p:spPr>
        <p:txBody>
          <a:bodyPr>
            <a:normAutofit/>
          </a:bodyPr>
          <a:lstStyle/>
          <a:p>
            <a:r>
              <a:rPr lang="en-US" altLang="ko-KR" dirty="0"/>
              <a:t>2.</a:t>
            </a:r>
            <a:r>
              <a:rPr lang="ko-KR" altLang="en-US" dirty="0"/>
              <a:t> 소셜 로그인</a:t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ko-KR" altLang="en-US" dirty="0"/>
              <a:t>   구현 전에</a:t>
            </a:r>
            <a:br>
              <a:rPr lang="en-US" altLang="ko-KR" dirty="0"/>
            </a:br>
            <a:r>
              <a:rPr lang="en-US" altLang="ko-KR" dirty="0"/>
              <a:t> </a:t>
            </a:r>
            <a:r>
              <a:rPr lang="ko-KR" altLang="en-US" dirty="0"/>
              <a:t>    알아보기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21D1B4-0680-8AEC-0BB6-28A62D06D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6099" y="2693886"/>
            <a:ext cx="2395754" cy="510709"/>
          </a:xfrm>
        </p:spPr>
        <p:txBody>
          <a:bodyPr/>
          <a:lstStyle/>
          <a:p>
            <a:r>
              <a:rPr lang="en-US" altLang="ko-KR" dirty="0"/>
              <a:t>1) </a:t>
            </a:r>
            <a:r>
              <a:rPr lang="ko-KR" altLang="en-US" dirty="0"/>
              <a:t>작동 방식</a:t>
            </a:r>
          </a:p>
        </p:txBody>
      </p:sp>
      <p:pic>
        <p:nvPicPr>
          <p:cNvPr id="2050" name="Picture 2" descr="R1280x0 (1200×1460)">
            <a:extLst>
              <a:ext uri="{FF2B5EF4-FFF2-40B4-BE49-F238E27FC236}">
                <a16:creationId xmlns:a16="http://schemas.microsoft.com/office/drawing/2014/main" id="{B1DB0D4E-73EB-7ABD-65AF-1B517F8761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5821" y="159391"/>
            <a:ext cx="6580465" cy="6698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6F55551-A550-168E-3650-BD65C3A8B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983" y="3204595"/>
            <a:ext cx="5232240" cy="335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0FB0E84C-126B-7427-2252-21465C441F23}"/>
              </a:ext>
            </a:extLst>
          </p:cNvPr>
          <p:cNvSpPr/>
          <p:nvPr/>
        </p:nvSpPr>
        <p:spPr>
          <a:xfrm>
            <a:off x="4207079" y="3863130"/>
            <a:ext cx="666925" cy="54947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8C88ECED-517E-41E4-BC74-82E246AEA432}"/>
              </a:ext>
            </a:extLst>
          </p:cNvPr>
          <p:cNvSpPr/>
          <p:nvPr/>
        </p:nvSpPr>
        <p:spPr>
          <a:xfrm>
            <a:off x="9055916" y="3087149"/>
            <a:ext cx="1077985" cy="26005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6D8A9F9B-55D7-2B0B-9992-91B56ABC32BC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rot="5400000" flipH="1" flipV="1">
            <a:off x="6475253" y="1282467"/>
            <a:ext cx="645952" cy="45153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76C9AEB5-5843-15EF-6AE1-04AE4226439C}"/>
              </a:ext>
            </a:extLst>
          </p:cNvPr>
          <p:cNvSpPr txBox="1">
            <a:spLocks/>
          </p:cNvSpPr>
          <p:nvPr/>
        </p:nvSpPr>
        <p:spPr>
          <a:xfrm>
            <a:off x="4540542" y="2948729"/>
            <a:ext cx="1555458" cy="3287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800" dirty="0"/>
              <a:t>우리의 목표 </a:t>
            </a:r>
            <a:r>
              <a:rPr lang="en-US" altLang="ko-KR" sz="1800" dirty="0"/>
              <a:t>1</a:t>
            </a:r>
            <a:endParaRPr lang="ko-KR" altLang="en-US" sz="1800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DFC8B60E-E178-9EF3-045E-91ED1E24D3AF}"/>
              </a:ext>
            </a:extLst>
          </p:cNvPr>
          <p:cNvSpPr txBox="1">
            <a:spLocks/>
          </p:cNvSpPr>
          <p:nvPr/>
        </p:nvSpPr>
        <p:spPr>
          <a:xfrm>
            <a:off x="10182138" y="4884536"/>
            <a:ext cx="1555458" cy="3287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800" dirty="0"/>
              <a:t>우리의 목표 </a:t>
            </a:r>
            <a:r>
              <a:rPr lang="en-US" altLang="ko-KR" sz="1800" dirty="0"/>
              <a:t>2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68165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A8F8B-6C07-7ACE-947E-B5D769B3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6ADE1FC-B6FD-4040-22E8-FB2DC8E353AE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2.</a:t>
            </a:r>
            <a:r>
              <a:rPr lang="ko-KR" altLang="en-US" dirty="0"/>
              <a:t> 소셜 로그인 구현 전에 알아보기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A6ED800-8E2C-C51A-60E6-A254E713D396}"/>
              </a:ext>
            </a:extLst>
          </p:cNvPr>
          <p:cNvSpPr txBox="1">
            <a:spLocks/>
          </p:cNvSpPr>
          <p:nvPr/>
        </p:nvSpPr>
        <p:spPr>
          <a:xfrm>
            <a:off x="838199" y="953170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2) </a:t>
            </a:r>
            <a:r>
              <a:rPr lang="ko-KR" altLang="en-US" dirty="0"/>
              <a:t>구현 전 준비사항 </a:t>
            </a:r>
            <a:r>
              <a:rPr lang="en-US" altLang="ko-KR" dirty="0"/>
              <a:t>– </a:t>
            </a:r>
            <a:r>
              <a:rPr lang="ko-KR" altLang="en-US" dirty="0"/>
              <a:t>플랫폼에 앱 등록하기 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E2ABB93-CE3A-9AE7-0D64-FAF4662C5427}"/>
              </a:ext>
            </a:extLst>
          </p:cNvPr>
          <p:cNvSpPr txBox="1">
            <a:spLocks/>
          </p:cNvSpPr>
          <p:nvPr/>
        </p:nvSpPr>
        <p:spPr>
          <a:xfrm>
            <a:off x="838200" y="2110851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86E8B8C-BC90-4177-183A-94D11A63C82C}"/>
              </a:ext>
            </a:extLst>
          </p:cNvPr>
          <p:cNvSpPr txBox="1">
            <a:spLocks/>
          </p:cNvSpPr>
          <p:nvPr/>
        </p:nvSpPr>
        <p:spPr>
          <a:xfrm>
            <a:off x="508232" y="1600142"/>
            <a:ext cx="5587768" cy="5107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카카오톡 </a:t>
            </a:r>
            <a:r>
              <a:rPr lang="en-US" altLang="ko-KR" dirty="0"/>
              <a:t>– </a:t>
            </a:r>
            <a:r>
              <a:rPr lang="ko-KR" altLang="en-US" dirty="0"/>
              <a:t>카카오 </a:t>
            </a:r>
            <a:r>
              <a:rPr lang="ko-KR" altLang="en-US" dirty="0" err="1"/>
              <a:t>디밸로퍼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CE2E226A-2BF3-0DBB-54D5-03D3E1E45530}"/>
              </a:ext>
            </a:extLst>
          </p:cNvPr>
          <p:cNvSpPr txBox="1">
            <a:spLocks/>
          </p:cNvSpPr>
          <p:nvPr/>
        </p:nvSpPr>
        <p:spPr>
          <a:xfrm>
            <a:off x="6165556" y="1600142"/>
            <a:ext cx="5952165" cy="5107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2400" dirty="0"/>
              <a:t>네이버 </a:t>
            </a:r>
            <a:r>
              <a:rPr lang="en-US" altLang="ko-KR" sz="2400" dirty="0"/>
              <a:t>– </a:t>
            </a:r>
            <a:r>
              <a:rPr lang="ko-KR" altLang="en-US" sz="2400" dirty="0"/>
              <a:t>네이버 </a:t>
            </a:r>
            <a:r>
              <a:rPr lang="ko-KR" altLang="en-US" sz="2400" dirty="0" err="1"/>
              <a:t>디벨로퍼</a:t>
            </a:r>
            <a:r>
              <a:rPr lang="en-US" altLang="ko-KR" sz="2400" dirty="0"/>
              <a:t>&gt;</a:t>
            </a:r>
            <a:r>
              <a:rPr lang="ko-KR" altLang="en-US" sz="2400" dirty="0"/>
              <a:t>내 애플리케이션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F574321-EF31-F13F-DF7B-B01693AB9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49" y="2056126"/>
            <a:ext cx="3637259" cy="480187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3BF09F2-7EA5-1C3B-94E3-86F66374A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60" y="2878504"/>
            <a:ext cx="6247112" cy="246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894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693E8-75C4-B173-FA45-1E5A4F081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AF789A8-6779-159B-019F-F9749B68BFA2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2.</a:t>
            </a:r>
            <a:r>
              <a:rPr lang="ko-KR" altLang="en-US" dirty="0"/>
              <a:t> 소셜 로그인 구현 전에 알아보기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39D4BE9-E22D-A6CA-AFCB-410DAE3719DB}"/>
              </a:ext>
            </a:extLst>
          </p:cNvPr>
          <p:cNvSpPr txBox="1">
            <a:spLocks/>
          </p:cNvSpPr>
          <p:nvPr/>
        </p:nvSpPr>
        <p:spPr>
          <a:xfrm>
            <a:off x="838199" y="953170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2) </a:t>
            </a:r>
            <a:r>
              <a:rPr lang="ko-KR" altLang="en-US" dirty="0"/>
              <a:t>구현 전 준비사항 </a:t>
            </a:r>
            <a:r>
              <a:rPr lang="en-US" altLang="ko-KR" dirty="0"/>
              <a:t>– </a:t>
            </a:r>
            <a:r>
              <a:rPr lang="ko-KR" altLang="en-US" dirty="0"/>
              <a:t>플랫폼에 앱 등록하기 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6059CCC8-8435-5613-BE02-CD9644D62A7B}"/>
              </a:ext>
            </a:extLst>
          </p:cNvPr>
          <p:cNvSpPr txBox="1">
            <a:spLocks/>
          </p:cNvSpPr>
          <p:nvPr/>
        </p:nvSpPr>
        <p:spPr>
          <a:xfrm>
            <a:off x="508232" y="1600142"/>
            <a:ext cx="5587768" cy="5107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카카오톡 </a:t>
            </a:r>
            <a:r>
              <a:rPr lang="en-US" altLang="ko-KR" dirty="0"/>
              <a:t>– </a:t>
            </a:r>
            <a:r>
              <a:rPr lang="ko-KR" altLang="en-US" dirty="0"/>
              <a:t>카카오 </a:t>
            </a:r>
            <a:r>
              <a:rPr lang="ko-KR" altLang="en-US" dirty="0" err="1"/>
              <a:t>디밸로퍼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DEB0F5E-2C2E-C4BD-30EA-16A2CC053CF4}"/>
              </a:ext>
            </a:extLst>
          </p:cNvPr>
          <p:cNvSpPr txBox="1">
            <a:spLocks/>
          </p:cNvSpPr>
          <p:nvPr/>
        </p:nvSpPr>
        <p:spPr>
          <a:xfrm>
            <a:off x="6165557" y="1600142"/>
            <a:ext cx="5587768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네이버 </a:t>
            </a:r>
            <a:r>
              <a:rPr lang="en-US" altLang="ko-KR" dirty="0"/>
              <a:t>– </a:t>
            </a:r>
            <a:r>
              <a:rPr lang="ko-KR" altLang="en-US" dirty="0"/>
              <a:t>앱 등록절차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F387147-B009-5556-3119-9623CE2C4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652" y="2110851"/>
            <a:ext cx="5327673" cy="460499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9F1ACDE-0A85-1906-810D-7E2633A3C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327" y="2347472"/>
            <a:ext cx="3689578" cy="436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178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5F943-2169-B532-F296-5D22DDA03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354677E2-2E3D-17E0-7FF9-3EF448153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351314"/>
            <a:ext cx="5835555" cy="4452897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BB74C727-B131-2980-91E0-9A5D119777C2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2.</a:t>
            </a:r>
            <a:r>
              <a:rPr lang="ko-KR" altLang="en-US" dirty="0"/>
              <a:t> 소셜 로그인 구현 전에 알아보기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F1E537D-A742-6529-9103-5BE5B5778C66}"/>
              </a:ext>
            </a:extLst>
          </p:cNvPr>
          <p:cNvSpPr txBox="1">
            <a:spLocks/>
          </p:cNvSpPr>
          <p:nvPr/>
        </p:nvSpPr>
        <p:spPr>
          <a:xfrm>
            <a:off x="838199" y="953170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2) </a:t>
            </a:r>
            <a:r>
              <a:rPr lang="ko-KR" altLang="en-US" dirty="0"/>
              <a:t>구현 전 준비사항 </a:t>
            </a:r>
            <a:r>
              <a:rPr lang="en-US" altLang="ko-KR" dirty="0"/>
              <a:t>– </a:t>
            </a:r>
            <a:r>
              <a:rPr lang="ko-KR" altLang="en-US" dirty="0"/>
              <a:t>플랫폼에 앱 등록하기 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66D7307-814C-4EB9-8A77-57E8E86D9470}"/>
              </a:ext>
            </a:extLst>
          </p:cNvPr>
          <p:cNvSpPr txBox="1">
            <a:spLocks/>
          </p:cNvSpPr>
          <p:nvPr/>
        </p:nvSpPr>
        <p:spPr>
          <a:xfrm>
            <a:off x="138313" y="1600142"/>
            <a:ext cx="5957687" cy="51070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카카오톡 </a:t>
            </a:r>
            <a:r>
              <a:rPr lang="en-US" altLang="ko-KR" dirty="0"/>
              <a:t>– </a:t>
            </a:r>
            <a:r>
              <a:rPr lang="ko-KR" altLang="en-US" dirty="0"/>
              <a:t>카카오 </a:t>
            </a:r>
            <a:r>
              <a:rPr lang="ko-KR" altLang="en-US" dirty="0" err="1"/>
              <a:t>디밸로퍼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 </a:t>
            </a:r>
            <a:r>
              <a:rPr lang="en-US" altLang="ko-KR" dirty="0"/>
              <a:t>&gt; </a:t>
            </a:r>
            <a:r>
              <a:rPr lang="ko-KR" altLang="en-US" dirty="0"/>
              <a:t>앱 메뉴 </a:t>
            </a:r>
            <a:r>
              <a:rPr lang="en-US" altLang="ko-KR" dirty="0"/>
              <a:t>&gt; </a:t>
            </a:r>
            <a:r>
              <a:rPr lang="ko-KR" altLang="en-US" dirty="0"/>
              <a:t>일반</a:t>
            </a:r>
            <a:endParaRPr lang="en-US" altLang="ko-KR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C3C8122-E70F-EFEC-4D14-0C0251A278A7}"/>
              </a:ext>
            </a:extLst>
          </p:cNvPr>
          <p:cNvSpPr txBox="1">
            <a:spLocks/>
          </p:cNvSpPr>
          <p:nvPr/>
        </p:nvSpPr>
        <p:spPr>
          <a:xfrm>
            <a:off x="6165557" y="1600142"/>
            <a:ext cx="5587768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네이버 </a:t>
            </a:r>
            <a:r>
              <a:rPr lang="en-US" altLang="ko-KR" dirty="0"/>
              <a:t>– </a:t>
            </a:r>
            <a:r>
              <a:rPr lang="ko-KR" altLang="en-US" dirty="0"/>
              <a:t>앱 등록절차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76E7A75-BE6B-AA83-B5BF-224488892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857" y="2779963"/>
            <a:ext cx="5506218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503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C21CF-6828-4549-3EE0-5E645DB2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8486B0E4-F16E-094F-B1C9-3A5A9DA0B450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dirty="0"/>
              <a:t>2.</a:t>
            </a:r>
            <a:r>
              <a:rPr lang="ko-KR" altLang="en-US" dirty="0"/>
              <a:t> 소셜 로그인 구현 전에 알아보기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41F2FB7-5B8E-0A66-E706-696728EDBA75}"/>
              </a:ext>
            </a:extLst>
          </p:cNvPr>
          <p:cNvSpPr txBox="1">
            <a:spLocks/>
          </p:cNvSpPr>
          <p:nvPr/>
        </p:nvSpPr>
        <p:spPr>
          <a:xfrm>
            <a:off x="838199" y="953170"/>
            <a:ext cx="9308283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dirty="0"/>
              <a:t>2) </a:t>
            </a:r>
            <a:r>
              <a:rPr lang="ko-KR" altLang="en-US" dirty="0"/>
              <a:t>구현 전 준비사항 </a:t>
            </a:r>
            <a:r>
              <a:rPr lang="en-US" altLang="ko-KR" dirty="0"/>
              <a:t>– </a:t>
            </a:r>
            <a:r>
              <a:rPr lang="ko-KR" altLang="en-US" dirty="0"/>
              <a:t>플랫폼에 앱 등록하기 </a:t>
            </a: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4A7F2E2-B886-348E-BF23-89FEE90CCE83}"/>
              </a:ext>
            </a:extLst>
          </p:cNvPr>
          <p:cNvSpPr txBox="1">
            <a:spLocks/>
          </p:cNvSpPr>
          <p:nvPr/>
        </p:nvSpPr>
        <p:spPr>
          <a:xfrm>
            <a:off x="508232" y="1600142"/>
            <a:ext cx="5587768" cy="851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카카오톡 </a:t>
            </a:r>
            <a:r>
              <a:rPr lang="en-US" altLang="ko-KR" dirty="0"/>
              <a:t>– </a:t>
            </a:r>
            <a:r>
              <a:rPr lang="ko-KR" altLang="en-US" dirty="0"/>
              <a:t>카카오 </a:t>
            </a:r>
            <a:r>
              <a:rPr lang="ko-KR" altLang="en-US" dirty="0" err="1"/>
              <a:t>디밸로퍼</a:t>
            </a:r>
            <a:r>
              <a:rPr lang="ko-KR" altLang="en-US" dirty="0"/>
              <a:t> </a:t>
            </a:r>
            <a:r>
              <a:rPr lang="en-US" altLang="ko-KR" dirty="0"/>
              <a:t>&gt; </a:t>
            </a:r>
            <a:r>
              <a:rPr lang="ko-KR" altLang="en-US" dirty="0"/>
              <a:t>앱 </a:t>
            </a:r>
            <a:r>
              <a:rPr lang="en-US" altLang="ko-KR" dirty="0"/>
              <a:t>&gt; </a:t>
            </a:r>
            <a:r>
              <a:rPr lang="ko-KR" altLang="en-US" dirty="0"/>
              <a:t>앱 메뉴 </a:t>
            </a:r>
            <a:r>
              <a:rPr lang="en-US" altLang="ko-KR" dirty="0"/>
              <a:t>&gt; </a:t>
            </a:r>
            <a:r>
              <a:rPr lang="ko-KR" altLang="en-US" dirty="0"/>
              <a:t>카카오 로그인 </a:t>
            </a:r>
            <a:r>
              <a:rPr lang="en-US" altLang="ko-KR" dirty="0"/>
              <a:t>&gt; </a:t>
            </a:r>
            <a:r>
              <a:rPr lang="ko-KR" altLang="en-US" dirty="0"/>
              <a:t>일반</a:t>
            </a:r>
            <a:endParaRPr lang="en-US" altLang="ko-KR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FB6100B6-1B75-E4B2-47B6-2FC5DCE4EDAF}"/>
              </a:ext>
            </a:extLst>
          </p:cNvPr>
          <p:cNvSpPr txBox="1">
            <a:spLocks/>
          </p:cNvSpPr>
          <p:nvPr/>
        </p:nvSpPr>
        <p:spPr>
          <a:xfrm>
            <a:off x="6165557" y="1600142"/>
            <a:ext cx="5083868" cy="510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4" indent="-228604" algn="l" defTabSz="914411" rtl="0" eaLnBrk="1" latinLnBrk="1" hangingPunct="1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15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21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27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32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38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44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49" indent="-228604" algn="l" defTabSz="914411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/>
              <a:t>네이버 </a:t>
            </a:r>
            <a:r>
              <a:rPr lang="en-US" altLang="ko-KR" dirty="0"/>
              <a:t>– </a:t>
            </a:r>
            <a:r>
              <a:rPr lang="ko-KR" altLang="en-US" dirty="0"/>
              <a:t>끝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A93D074-51B6-1028-AA23-97218B98A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91" y="2451206"/>
            <a:ext cx="10563217" cy="440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04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125D-F1BD-DFCF-2255-58C3681F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8F4C15AB-0691-BFA3-B030-9467F364CBFE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3. API docs - </a:t>
            </a:r>
            <a:r>
              <a:rPr lang="ko-KR" altLang="en-US" dirty="0"/>
              <a:t>상세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070040-B66C-4777-36B6-DAE3DF8C36BD}"/>
              </a:ext>
            </a:extLst>
          </p:cNvPr>
          <p:cNvSpPr txBox="1">
            <a:spLocks/>
          </p:cNvSpPr>
          <p:nvPr/>
        </p:nvSpPr>
        <p:spPr>
          <a:xfrm>
            <a:off x="768642" y="3347121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네이버 </a:t>
            </a:r>
            <a:r>
              <a:rPr lang="en-US" altLang="ko-KR" dirty="0"/>
              <a:t>:</a:t>
            </a:r>
          </a:p>
          <a:p>
            <a:r>
              <a:rPr lang="en-US" altLang="ko-KR" dirty="0">
                <a:hlinkClick r:id="rId2"/>
              </a:rPr>
              <a:t>https://developers.naver.com/docs/login/api/api.md</a:t>
            </a: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7F229D65-EBD9-D058-61FE-3C8E957D0F71}"/>
              </a:ext>
            </a:extLst>
          </p:cNvPr>
          <p:cNvSpPr txBox="1">
            <a:spLocks/>
          </p:cNvSpPr>
          <p:nvPr/>
        </p:nvSpPr>
        <p:spPr>
          <a:xfrm>
            <a:off x="768642" y="1692538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/>
              <a:t>카카오톡 </a:t>
            </a:r>
            <a:r>
              <a:rPr lang="en-US" altLang="ko-KR" dirty="0"/>
              <a:t>: </a:t>
            </a:r>
          </a:p>
          <a:p>
            <a:endParaRPr lang="en-US" altLang="ko-KR" dirty="0"/>
          </a:p>
          <a:p>
            <a:r>
              <a:rPr lang="en-US" altLang="ko-KR" dirty="0">
                <a:hlinkClick r:id="rId3"/>
              </a:rPr>
              <a:t>https://developers.kakao.com/docs/latest/ko/kakaologin/rest-api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4461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35A04-117F-DAA4-70B5-72A3E69BF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D62FA243-046F-E65B-AD5C-F9D8B756C047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3. </a:t>
            </a:r>
            <a:r>
              <a:rPr lang="ko-KR" altLang="en-US" dirty="0"/>
              <a:t>코드 설명 </a:t>
            </a:r>
            <a:r>
              <a:rPr lang="en-US" altLang="ko-KR" dirty="0"/>
              <a:t>/ 4.</a:t>
            </a:r>
            <a:r>
              <a:rPr lang="ko-KR" altLang="en-US" dirty="0"/>
              <a:t> 실제 작동 여부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64961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C4AE8-88D3-6A4D-F19A-4C9581622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475AC73D-0060-85E4-3440-4E1DDD9E26D8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5. </a:t>
            </a:r>
            <a:r>
              <a:rPr lang="ko-KR" altLang="en-US" dirty="0"/>
              <a:t>데이터 수집 후 추가적인 고려 사항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6C9A82D-86EB-F552-D1FB-688E8420BB6C}"/>
              </a:ext>
            </a:extLst>
          </p:cNvPr>
          <p:cNvSpPr txBox="1">
            <a:spLocks/>
          </p:cNvSpPr>
          <p:nvPr/>
        </p:nvSpPr>
        <p:spPr>
          <a:xfrm>
            <a:off x="838200" y="1145301"/>
            <a:ext cx="10654715" cy="54484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42950" indent="-742950">
              <a:buAutoNum type="arabicParenR"/>
            </a:pPr>
            <a:r>
              <a:rPr lang="ko-KR" altLang="en-US" dirty="0"/>
              <a:t>암호화된 </a:t>
            </a:r>
            <a:r>
              <a:rPr lang="en-US" altLang="ko-KR" dirty="0"/>
              <a:t>ID</a:t>
            </a:r>
            <a:r>
              <a:rPr lang="ko-KR" altLang="en-US" dirty="0"/>
              <a:t>외에 다른 정보는 없는가</a:t>
            </a:r>
            <a:r>
              <a:rPr lang="en-US" altLang="ko-KR" dirty="0"/>
              <a:t>?</a:t>
            </a:r>
          </a:p>
          <a:p>
            <a:pPr marL="1200150" lvl="1" indent="-742950">
              <a:buFontTx/>
              <a:buAutoNum type="arabicParenR"/>
            </a:pPr>
            <a:r>
              <a:rPr lang="ko-KR" altLang="en-US" dirty="0"/>
              <a:t>로그인 필요 </a:t>
            </a:r>
            <a:r>
              <a:rPr lang="en-US" altLang="ko-KR" dirty="0"/>
              <a:t>: </a:t>
            </a:r>
            <a:r>
              <a:rPr lang="en-US" altLang="ko-KR" dirty="0">
                <a:hlinkClick r:id="rId2"/>
              </a:rPr>
              <a:t>https://developers.kakao.com/console/app/1324377/product/login/scope</a:t>
            </a:r>
            <a:endParaRPr lang="en-US" altLang="ko-KR" dirty="0"/>
          </a:p>
          <a:p>
            <a:pPr lvl="2"/>
            <a:r>
              <a:rPr lang="en-US" altLang="ko-KR" dirty="0"/>
              <a:t>    </a:t>
            </a:r>
            <a:r>
              <a:rPr lang="ko-KR" altLang="en-US" dirty="0"/>
              <a:t>로그인 </a:t>
            </a:r>
            <a:r>
              <a:rPr lang="en-US" altLang="ko-KR" dirty="0"/>
              <a:t>X : </a:t>
            </a:r>
            <a:r>
              <a:rPr lang="en-US" altLang="ko-KR" dirty="0">
                <a:hlinkClick r:id="rId3"/>
              </a:rPr>
              <a:t>https://developers.naver.com/docs/login/profile/profile.md</a:t>
            </a:r>
            <a:r>
              <a:rPr lang="en-US" altLang="ko-KR" dirty="0"/>
              <a:t> </a:t>
            </a:r>
          </a:p>
          <a:p>
            <a:pPr marL="1200150" lvl="1" indent="-742950">
              <a:buAutoNum type="arabicParenR"/>
            </a:pPr>
            <a:endParaRPr lang="en-US" altLang="ko-KR" dirty="0"/>
          </a:p>
          <a:p>
            <a:pPr marL="742950" indent="-742950">
              <a:buAutoNum type="arabicParenR"/>
            </a:pPr>
            <a:r>
              <a:rPr lang="ko-KR" altLang="en-US" dirty="0"/>
              <a:t>로그인 이후에 해야 할 일은</a:t>
            </a:r>
            <a:r>
              <a:rPr lang="en-US" altLang="ko-KR" dirty="0"/>
              <a:t>?</a:t>
            </a:r>
          </a:p>
          <a:p>
            <a:pPr marL="1200150" lvl="1" indent="-742950">
              <a:buAutoNum type="arabicParenR"/>
            </a:pPr>
            <a:r>
              <a:rPr lang="en-US" altLang="ko-KR" dirty="0"/>
              <a:t>J</a:t>
            </a:r>
            <a:r>
              <a:rPr lang="ko-KR" altLang="en-US" dirty="0" err="1"/>
              <a:t>세션아이디</a:t>
            </a:r>
            <a:r>
              <a:rPr lang="ko-KR" altLang="en-US" dirty="0"/>
              <a:t> 토큰 발급</a:t>
            </a:r>
            <a:r>
              <a:rPr lang="en-US" altLang="ko-KR" dirty="0"/>
              <a:t> / ID</a:t>
            </a:r>
            <a:r>
              <a:rPr lang="ko-KR" altLang="en-US" dirty="0"/>
              <a:t>값 저장 등</a:t>
            </a:r>
            <a:endParaRPr lang="en-US" altLang="ko-KR" dirty="0"/>
          </a:p>
          <a:p>
            <a:pPr marL="1200150" lvl="1" indent="-742950">
              <a:buAutoNum type="arabicParenR"/>
            </a:pPr>
            <a:endParaRPr lang="en-US" altLang="ko-KR" dirty="0"/>
          </a:p>
          <a:p>
            <a:pPr marL="742950" indent="-742950">
              <a:buAutoNum type="arabicParenR"/>
            </a:pPr>
            <a:r>
              <a:rPr lang="ko-KR" altLang="en-US" dirty="0"/>
              <a:t>로그아웃을 할 때</a:t>
            </a:r>
            <a:r>
              <a:rPr lang="en-US" altLang="ko-KR" dirty="0"/>
              <a:t>, </a:t>
            </a:r>
            <a:r>
              <a:rPr lang="ko-KR" altLang="en-US" dirty="0"/>
              <a:t>소셜 로그인도 풀어야 하는가</a:t>
            </a:r>
            <a:r>
              <a:rPr lang="en-US" altLang="ko-KR" dirty="0"/>
              <a:t>?</a:t>
            </a:r>
          </a:p>
          <a:p>
            <a:pPr marL="1200150" lvl="1" indent="-742950">
              <a:buAutoNum type="arabicParenR"/>
            </a:pPr>
            <a:r>
              <a:rPr lang="ko-KR" altLang="en-US" dirty="0"/>
              <a:t>소셜 로그아웃을 원하는 사람에 한해서 해야함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7220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96469-62EE-ECA5-9D14-3431C073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BAA604E8-1334-A83C-5DB5-FF07B590B2B5}"/>
              </a:ext>
            </a:extLst>
          </p:cNvPr>
          <p:cNvSpPr txBox="1">
            <a:spLocks/>
          </p:cNvSpPr>
          <p:nvPr/>
        </p:nvSpPr>
        <p:spPr>
          <a:xfrm>
            <a:off x="838200" y="37955"/>
            <a:ext cx="10654715" cy="993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6. </a:t>
            </a:r>
            <a:r>
              <a:rPr lang="ko-KR" altLang="en-US" dirty="0"/>
              <a:t>출처 및 질의응답 시간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BB93D6B-93F3-490C-6717-892DD1E697C3}"/>
              </a:ext>
            </a:extLst>
          </p:cNvPr>
          <p:cNvSpPr txBox="1">
            <a:spLocks/>
          </p:cNvSpPr>
          <p:nvPr/>
        </p:nvSpPr>
        <p:spPr>
          <a:xfrm>
            <a:off x="871756" y="1996580"/>
            <a:ext cx="10654715" cy="33597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1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dirty="0"/>
              <a:t>토큰 발급 코드 </a:t>
            </a:r>
            <a:r>
              <a:rPr lang="en-US" altLang="ko-KR" sz="3200" dirty="0"/>
              <a:t>: </a:t>
            </a:r>
            <a:r>
              <a:rPr lang="en-US" altLang="ko-KR" sz="3200" dirty="0">
                <a:hlinkClick r:id="rId2"/>
              </a:rPr>
              <a:t>https://suyeoniii.tistory.com/79</a:t>
            </a:r>
            <a:endParaRPr lang="en-US" altLang="ko-KR" sz="3200" dirty="0"/>
          </a:p>
          <a:p>
            <a:endParaRPr lang="en-US" altLang="ko-KR" sz="3200" dirty="0"/>
          </a:p>
          <a:p>
            <a:r>
              <a:rPr lang="ko-KR" altLang="en-US" sz="3200" dirty="0"/>
              <a:t>사용자 정보 수집</a:t>
            </a:r>
            <a:r>
              <a:rPr lang="en-US" altLang="ko-KR" sz="3200" dirty="0"/>
              <a:t>(POST) : </a:t>
            </a:r>
            <a:r>
              <a:rPr lang="en-US" altLang="ko-KR" sz="3200" dirty="0">
                <a:hlinkClick r:id="rId3"/>
              </a:rPr>
              <a:t>https://suyeoniii.tistory.com/81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81566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169</TotalTime>
  <Words>450</Words>
  <Application>Microsoft Office PowerPoint</Application>
  <PresentationFormat>와이드스크린</PresentationFormat>
  <Paragraphs>61</Paragraphs>
  <Slides>12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소셜 로그인 (카카오톡/네이버) 구현 방법 예시.</vt:lpstr>
      <vt:lpstr>진행 순서</vt:lpstr>
      <vt:lpstr>1. 개요</vt:lpstr>
      <vt:lpstr>2. 소셜 로그인      구현 전에      알아보기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12</cp:revision>
  <dcterms:created xsi:type="dcterms:W3CDTF">2025-10-29T12:07:32Z</dcterms:created>
  <dcterms:modified xsi:type="dcterms:W3CDTF">2025-11-13T14:03:37Z</dcterms:modified>
</cp:coreProperties>
</file>