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7" r:id="rId12"/>
    <p:sldId id="266" r:id="rId13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432" autoAdjust="0"/>
    <p:restoredTop sz="94660"/>
  </p:normalViewPr>
  <p:slideViewPr>
    <p:cSldViewPr snapToGrid="0">
      <p:cViewPr varScale="1">
        <p:scale>
          <a:sx n="152" d="100"/>
          <a:sy n="152" d="100"/>
        </p:scale>
        <p:origin x="772" y="1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A118C8B-A477-48FE-84D9-CD6F511B9ECA}" type="datetimeFigureOut">
              <a:rPr lang="ko-KR" altLang="en-US" smtClean="0"/>
              <a:t>2025-11-13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B8CCEE3-1D4B-4AC6-9E23-9254F456E1E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6965719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8CCEE3-1D4B-4AC6-9E23-9254F456E1EE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4422980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네이버 </a:t>
            </a:r>
            <a:r>
              <a:rPr lang="ko-KR" altLang="en-US" dirty="0" err="1"/>
              <a:t>디벨로퍼</a:t>
            </a:r>
            <a:r>
              <a:rPr lang="ko-KR" altLang="en-US" dirty="0"/>
              <a:t> 관련 참고 </a:t>
            </a:r>
            <a:r>
              <a:rPr lang="en-US" altLang="ko-KR" dirty="0"/>
              <a:t>: https://breakthedays.tistory.com/263</a:t>
            </a:r>
          </a:p>
          <a:p>
            <a:r>
              <a:rPr lang="ko-KR" altLang="en-US" dirty="0"/>
              <a:t>카카오 </a:t>
            </a:r>
            <a:r>
              <a:rPr lang="ko-KR" altLang="en-US" dirty="0" err="1"/>
              <a:t>디벨로퍼</a:t>
            </a:r>
            <a:r>
              <a:rPr lang="ko-KR" altLang="en-US" dirty="0"/>
              <a:t> 관련 참고 </a:t>
            </a:r>
            <a:r>
              <a:rPr lang="en-US" altLang="ko-KR" dirty="0"/>
              <a:t>: https://velog.io/@leejpsd/React-%EC%86%8C%EC%85%9C%EB%A1%9C%EA%B7%B8%EC%9D%B8-OAuth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8CCEE3-1D4B-4AC6-9E23-9254F456E1EE}" type="slidenum">
              <a:rPr lang="ko-KR" altLang="en-US" smtClean="0"/>
              <a:t>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7958426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7AAC4C5-AED8-655A-12BF-A822ACDD34C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29B34E49-3419-8903-A836-9083BAB1295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6" indent="0" algn="ctr">
              <a:buNone/>
              <a:defRPr sz="2000"/>
            </a:lvl2pPr>
            <a:lvl3pPr marL="914411" indent="0" algn="ctr">
              <a:buNone/>
              <a:defRPr sz="1801"/>
            </a:lvl3pPr>
            <a:lvl4pPr marL="1371617" indent="0" algn="ctr">
              <a:buNone/>
              <a:defRPr sz="1600"/>
            </a:lvl4pPr>
            <a:lvl5pPr marL="1828823" indent="0" algn="ctr">
              <a:buNone/>
              <a:defRPr sz="1600"/>
            </a:lvl5pPr>
            <a:lvl6pPr marL="2286029" indent="0" algn="ctr">
              <a:buNone/>
              <a:defRPr sz="1600"/>
            </a:lvl6pPr>
            <a:lvl7pPr marL="2743234" indent="0" algn="ctr">
              <a:buNone/>
              <a:defRPr sz="1600"/>
            </a:lvl7pPr>
            <a:lvl8pPr marL="3200440" indent="0" algn="ctr">
              <a:buNone/>
              <a:defRPr sz="1600"/>
            </a:lvl8pPr>
            <a:lvl9pPr marL="3657646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88EA72D-66D3-96FC-4D59-C86832EFFA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B5172D-2C30-4AE0-A98E-CFE64EE5FA6C}" type="datetimeFigureOut">
              <a:rPr lang="ko-KR" altLang="en-US" smtClean="0"/>
              <a:t>2025-11-13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3F2E780-DFD9-F1C6-A006-1AD14F53D6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CDD393A-01E5-2D72-39B1-80AD0103F3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4CA42E-7184-48EA-B092-43DF250EC02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2277527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160713B-3AE6-3FC3-1D85-CAD480506E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A629488-7992-17F5-F114-1C88AA291B9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4959BF9-CD64-EDC8-049D-8DBCFB6C07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B5172D-2C30-4AE0-A98E-CFE64EE5FA6C}" type="datetimeFigureOut">
              <a:rPr lang="ko-KR" altLang="en-US" smtClean="0"/>
              <a:t>2025-11-13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5FEF385-1291-D11E-C6BA-2289C934E3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CFE48F6-8193-2903-0260-3D518CB042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4CA42E-7184-48EA-B092-43DF250EC02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7016500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9605853-7A35-07E5-4E7E-C868F44602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2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7E645832-6B6B-81EB-0FD9-E49ACAFF0F5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2" y="4589464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6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11" indent="0">
              <a:buNone/>
              <a:defRPr sz="1801">
                <a:solidFill>
                  <a:schemeClr val="tx1">
                    <a:tint val="75000"/>
                  </a:schemeClr>
                </a:solidFill>
              </a:defRPr>
            </a:lvl3pPr>
            <a:lvl4pPr marL="1371617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23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29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34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4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46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1FCC153-D370-398F-07E1-8222B498C3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B5172D-2C30-4AE0-A98E-CFE64EE5FA6C}" type="datetimeFigureOut">
              <a:rPr lang="ko-KR" altLang="en-US" smtClean="0"/>
              <a:t>2025-11-13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1A1DED6-291D-8718-A573-3BAAFA841A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79FB961-18DD-8EDB-C5C4-3F00DFB19F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4CA42E-7184-48EA-B092-43DF250EC02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5374442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E7666B7-A2BF-5D07-02FC-F43975DAEA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D54FA1A-37E5-8B9B-2DA3-02A943295FB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1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0B30CFD3-F0C5-DD03-4B29-5B000D1FD27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1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504DD472-6CC4-31C4-F402-7153990D3E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B5172D-2C30-4AE0-A98E-CFE64EE5FA6C}" type="datetimeFigureOut">
              <a:rPr lang="ko-KR" altLang="en-US" smtClean="0"/>
              <a:t>2025-11-13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E563A5E6-8173-D5D4-C12B-B1DCE0F6EF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C2F56C46-8295-DE65-F191-379525F89A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4CA42E-7184-48EA-B092-43DF250EC02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6909531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26F224C-E1D1-E1B2-C7A1-D75855A760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9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D9F19C81-28C7-4FE5-71F1-65B95C071DD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9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6" indent="0">
              <a:buNone/>
              <a:defRPr sz="2000" b="1"/>
            </a:lvl2pPr>
            <a:lvl3pPr marL="914411" indent="0">
              <a:buNone/>
              <a:defRPr sz="1801" b="1"/>
            </a:lvl3pPr>
            <a:lvl4pPr marL="1371617" indent="0">
              <a:buNone/>
              <a:defRPr sz="1600" b="1"/>
            </a:lvl4pPr>
            <a:lvl5pPr marL="1828823" indent="0">
              <a:buNone/>
              <a:defRPr sz="1600" b="1"/>
            </a:lvl5pPr>
            <a:lvl6pPr marL="2286029" indent="0">
              <a:buNone/>
              <a:defRPr sz="1600" b="1"/>
            </a:lvl6pPr>
            <a:lvl7pPr marL="2743234" indent="0">
              <a:buNone/>
              <a:defRPr sz="1600" b="1"/>
            </a:lvl7pPr>
            <a:lvl8pPr marL="3200440" indent="0">
              <a:buNone/>
              <a:defRPr sz="1600" b="1"/>
            </a:lvl8pPr>
            <a:lvl9pPr marL="3657646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B26945CC-4A72-100B-0154-303A99C42BE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9" y="2505076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9622E33A-C455-C60D-A85A-8272CB27D03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2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6" indent="0">
              <a:buNone/>
              <a:defRPr sz="2000" b="1"/>
            </a:lvl2pPr>
            <a:lvl3pPr marL="914411" indent="0">
              <a:buNone/>
              <a:defRPr sz="1801" b="1"/>
            </a:lvl3pPr>
            <a:lvl4pPr marL="1371617" indent="0">
              <a:buNone/>
              <a:defRPr sz="1600" b="1"/>
            </a:lvl4pPr>
            <a:lvl5pPr marL="1828823" indent="0">
              <a:buNone/>
              <a:defRPr sz="1600" b="1"/>
            </a:lvl5pPr>
            <a:lvl6pPr marL="2286029" indent="0">
              <a:buNone/>
              <a:defRPr sz="1600" b="1"/>
            </a:lvl6pPr>
            <a:lvl7pPr marL="2743234" indent="0">
              <a:buNone/>
              <a:defRPr sz="1600" b="1"/>
            </a:lvl7pPr>
            <a:lvl8pPr marL="3200440" indent="0">
              <a:buNone/>
              <a:defRPr sz="1600" b="1"/>
            </a:lvl8pPr>
            <a:lvl9pPr marL="3657646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2E839ACB-5FF4-FAA3-8D33-2969543646E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2" y="2505076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4E69AFA8-1AED-D46A-1801-BD1EC8AAC7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B5172D-2C30-4AE0-A98E-CFE64EE5FA6C}" type="datetimeFigureOut">
              <a:rPr lang="ko-KR" altLang="en-US" smtClean="0"/>
              <a:t>2025-11-13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35659AD4-7B60-5E2C-B090-C8F6EAF7E2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7A58A3FA-F91A-C007-1F19-D5A987881D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4CA42E-7184-48EA-B092-43DF250EC02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0126581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B60C1C9-93A0-56DC-8BE5-8D6686B9EF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A802DF42-136C-68F9-241B-13F7929EC2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B5172D-2C30-4AE0-A98E-CFE64EE5FA6C}" type="datetimeFigureOut">
              <a:rPr lang="ko-KR" altLang="en-US" smtClean="0"/>
              <a:t>2025-11-13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0D9AFD00-C8CE-C34B-4F0A-289C42D282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D64F72E0-7327-D87F-C15C-001FB1EE95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4CA42E-7184-48EA-B092-43DF250EC02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6831957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1D920141-53AA-77B6-0936-ECA2B30392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B5172D-2C30-4AE0-A98E-CFE64EE5FA6C}" type="datetimeFigureOut">
              <a:rPr lang="ko-KR" altLang="en-US" smtClean="0"/>
              <a:t>2025-11-13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5553088E-202D-97E8-A5F2-9ADEC8CD2F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E8954F2-2FFF-1748-B377-F809DECE35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4CA42E-7184-48EA-B092-43DF250EC02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5458758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090BF00-2393-43EC-9A0D-DD912131AA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90" y="457200"/>
            <a:ext cx="3932236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4B294A6-71F9-5E68-C6FC-AB8B77E599E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1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B64410EA-B470-1679-DF5A-5158D059023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90" y="2057400"/>
            <a:ext cx="3932236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6" indent="0">
              <a:buNone/>
              <a:defRPr sz="1401"/>
            </a:lvl2pPr>
            <a:lvl3pPr marL="914411" indent="0">
              <a:buNone/>
              <a:defRPr sz="1200"/>
            </a:lvl3pPr>
            <a:lvl4pPr marL="1371617" indent="0">
              <a:buNone/>
              <a:defRPr sz="1001"/>
            </a:lvl4pPr>
            <a:lvl5pPr marL="1828823" indent="0">
              <a:buNone/>
              <a:defRPr sz="1001"/>
            </a:lvl5pPr>
            <a:lvl6pPr marL="2286029" indent="0">
              <a:buNone/>
              <a:defRPr sz="1001"/>
            </a:lvl6pPr>
            <a:lvl7pPr marL="2743234" indent="0">
              <a:buNone/>
              <a:defRPr sz="1001"/>
            </a:lvl7pPr>
            <a:lvl8pPr marL="3200440" indent="0">
              <a:buNone/>
              <a:defRPr sz="1001"/>
            </a:lvl8pPr>
            <a:lvl9pPr marL="3657646" indent="0">
              <a:buNone/>
              <a:defRPr sz="100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1C67B67D-0194-54AA-6DD3-515165671B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B5172D-2C30-4AE0-A98E-CFE64EE5FA6C}" type="datetimeFigureOut">
              <a:rPr lang="ko-KR" altLang="en-US" smtClean="0"/>
              <a:t>2025-11-13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69D5C5A7-5652-4C53-498B-DFE24519DE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95AFC3D4-7430-C863-A7C0-93EC11DAAA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4CA42E-7184-48EA-B092-43DF250EC02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5043879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2289FB5-DC6D-3308-212E-26D20B6292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90" y="457200"/>
            <a:ext cx="3932236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6E9648D5-3DD4-5C30-B90F-A7E1E581CE4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1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6" indent="0">
              <a:buNone/>
              <a:defRPr sz="2800"/>
            </a:lvl2pPr>
            <a:lvl3pPr marL="914411" indent="0">
              <a:buNone/>
              <a:defRPr sz="2400"/>
            </a:lvl3pPr>
            <a:lvl4pPr marL="1371617" indent="0">
              <a:buNone/>
              <a:defRPr sz="2000"/>
            </a:lvl4pPr>
            <a:lvl5pPr marL="1828823" indent="0">
              <a:buNone/>
              <a:defRPr sz="2000"/>
            </a:lvl5pPr>
            <a:lvl6pPr marL="2286029" indent="0">
              <a:buNone/>
              <a:defRPr sz="2000"/>
            </a:lvl6pPr>
            <a:lvl7pPr marL="2743234" indent="0">
              <a:buNone/>
              <a:defRPr sz="2000"/>
            </a:lvl7pPr>
            <a:lvl8pPr marL="3200440" indent="0">
              <a:buNone/>
              <a:defRPr sz="2000"/>
            </a:lvl8pPr>
            <a:lvl9pPr marL="3657646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1FFAC20B-F191-23CE-23C6-39E56D13914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90" y="2057400"/>
            <a:ext cx="3932236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6" indent="0">
              <a:buNone/>
              <a:defRPr sz="1401"/>
            </a:lvl2pPr>
            <a:lvl3pPr marL="914411" indent="0">
              <a:buNone/>
              <a:defRPr sz="1200"/>
            </a:lvl3pPr>
            <a:lvl4pPr marL="1371617" indent="0">
              <a:buNone/>
              <a:defRPr sz="1001"/>
            </a:lvl4pPr>
            <a:lvl5pPr marL="1828823" indent="0">
              <a:buNone/>
              <a:defRPr sz="1001"/>
            </a:lvl5pPr>
            <a:lvl6pPr marL="2286029" indent="0">
              <a:buNone/>
              <a:defRPr sz="1001"/>
            </a:lvl6pPr>
            <a:lvl7pPr marL="2743234" indent="0">
              <a:buNone/>
              <a:defRPr sz="1001"/>
            </a:lvl7pPr>
            <a:lvl8pPr marL="3200440" indent="0">
              <a:buNone/>
              <a:defRPr sz="1001"/>
            </a:lvl8pPr>
            <a:lvl9pPr marL="3657646" indent="0">
              <a:buNone/>
              <a:defRPr sz="100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0C8B37C0-52E2-2954-77CA-1AA7B4C309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B5172D-2C30-4AE0-A98E-CFE64EE5FA6C}" type="datetimeFigureOut">
              <a:rPr lang="ko-KR" altLang="en-US" smtClean="0"/>
              <a:t>2025-11-13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72E7EF8C-BD82-ED5B-B848-6D58A56450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8774E9BD-0408-07B8-E2EA-B2A0A05C8C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4CA42E-7184-48EA-B092-43DF250EC02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3692406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182583B-A7EB-3D75-7BA1-2DB6D3FD7E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C874B7A7-3471-9396-8673-8B803E6F0DE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E5F3832-6BCC-7425-87A3-B8924A10D9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B5172D-2C30-4AE0-A98E-CFE64EE5FA6C}" type="datetimeFigureOut">
              <a:rPr lang="ko-KR" altLang="en-US" smtClean="0"/>
              <a:t>2025-11-13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C23BD72-6CFE-EA76-DF8F-866EEDA7B7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95D6B50-A027-D96E-D3B4-89790DDD56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4CA42E-7184-48EA-B092-43DF250EC02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2621526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B755FCA5-6CE5-BECE-3E6A-00280E8C788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899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4ABA36FF-8B3C-DB2C-9219-B78AB1BDF53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199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B41BAC1-BF34-8905-C629-A2001FD0A5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B5172D-2C30-4AE0-A98E-CFE64EE5FA6C}" type="datetimeFigureOut">
              <a:rPr lang="ko-KR" altLang="en-US" smtClean="0"/>
              <a:t>2025-11-13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612B20B-ADAF-2E1F-2ED2-FC983714C0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40B8336-9B6E-6C87-9F17-A4952FAB6F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4CA42E-7184-48EA-B092-43DF250EC02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141278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82BB1564-F96B-0035-C022-97C1A943D3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2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CA41F137-E657-3C69-3EA6-EE9CB3DB7DB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2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9FF1C3D-DC13-BF8C-ED9D-BF44D0228F4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1" y="6356351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2B5172D-2C30-4AE0-A98E-CFE64EE5FA6C}" type="datetimeFigureOut">
              <a:rPr lang="ko-KR" altLang="en-US" smtClean="0"/>
              <a:t>2025-11-13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E6836F9-2D6B-70D5-6332-F6048A14148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2" y="6356351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49BE4E3-EF63-1D48-5CD9-6E7E40AE1A1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1" y="6356351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34CA42E-7184-48EA-B092-43DF250EC02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1739039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11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4" indent="-228604" algn="l" defTabSz="914411" rtl="0" eaLnBrk="1" latinLnBrk="1" hangingPunct="1">
        <a:lnSpc>
          <a:spcPct val="90000"/>
        </a:lnSpc>
        <a:spcBef>
          <a:spcPts val="1001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9" indent="-228604" algn="l" defTabSz="914411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15" indent="-228604" algn="l" defTabSz="914411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21" indent="-228604" algn="l" defTabSz="914411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1" kern="1200">
          <a:solidFill>
            <a:schemeClr val="tx1"/>
          </a:solidFill>
          <a:latin typeface="+mn-lt"/>
          <a:ea typeface="+mn-ea"/>
          <a:cs typeface="+mn-cs"/>
        </a:defRPr>
      </a:lvl4pPr>
      <a:lvl5pPr marL="2057427" indent="-228604" algn="l" defTabSz="914411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1" kern="1200">
          <a:solidFill>
            <a:schemeClr val="tx1"/>
          </a:solidFill>
          <a:latin typeface="+mn-lt"/>
          <a:ea typeface="+mn-ea"/>
          <a:cs typeface="+mn-cs"/>
        </a:defRPr>
      </a:lvl5pPr>
      <a:lvl6pPr marL="2514632" indent="-228604" algn="l" defTabSz="914411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1" kern="1200">
          <a:solidFill>
            <a:schemeClr val="tx1"/>
          </a:solidFill>
          <a:latin typeface="+mn-lt"/>
          <a:ea typeface="+mn-ea"/>
          <a:cs typeface="+mn-cs"/>
        </a:defRPr>
      </a:lvl6pPr>
      <a:lvl7pPr marL="2971838" indent="-228604" algn="l" defTabSz="914411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1" kern="1200">
          <a:solidFill>
            <a:schemeClr val="tx1"/>
          </a:solidFill>
          <a:latin typeface="+mn-lt"/>
          <a:ea typeface="+mn-ea"/>
          <a:cs typeface="+mn-cs"/>
        </a:defRPr>
      </a:lvl7pPr>
      <a:lvl8pPr marL="3429044" indent="-228604" algn="l" defTabSz="914411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1" kern="1200">
          <a:solidFill>
            <a:schemeClr val="tx1"/>
          </a:solidFill>
          <a:latin typeface="+mn-lt"/>
          <a:ea typeface="+mn-ea"/>
          <a:cs typeface="+mn-cs"/>
        </a:defRPr>
      </a:lvl8pPr>
      <a:lvl9pPr marL="3886249" indent="-228604" algn="l" defTabSz="914411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1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11" rtl="0" eaLnBrk="1" latinLnBrk="1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1pPr>
      <a:lvl2pPr marL="457206" algn="l" defTabSz="914411" rtl="0" eaLnBrk="1" latinLnBrk="1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2pPr>
      <a:lvl3pPr marL="914411" algn="l" defTabSz="914411" rtl="0" eaLnBrk="1" latinLnBrk="1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3pPr>
      <a:lvl4pPr marL="1371617" algn="l" defTabSz="914411" rtl="0" eaLnBrk="1" latinLnBrk="1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4pPr>
      <a:lvl5pPr marL="1828823" algn="l" defTabSz="914411" rtl="0" eaLnBrk="1" latinLnBrk="1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5pPr>
      <a:lvl6pPr marL="2286029" algn="l" defTabSz="914411" rtl="0" eaLnBrk="1" latinLnBrk="1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6pPr>
      <a:lvl7pPr marL="2743234" algn="l" defTabSz="914411" rtl="0" eaLnBrk="1" latinLnBrk="1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7pPr>
      <a:lvl8pPr marL="3200440" algn="l" defTabSz="914411" rtl="0" eaLnBrk="1" latinLnBrk="1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8pPr>
      <a:lvl9pPr marL="3657646" algn="l" defTabSz="914411" rtl="0" eaLnBrk="1" latinLnBrk="1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developers.kakao.com/docs/latest/ko/kakaologin/rest-api" TargetMode="External"/><Relationship Id="rId2" Type="http://schemas.openxmlformats.org/officeDocument/2006/relationships/hyperlink" Target="https://developers.naver.com/docs/login/api/api.md" TargetMode="Externa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https://developers.naver.com/docs/login/profile/profile.md" TargetMode="External"/><Relationship Id="rId2" Type="http://schemas.openxmlformats.org/officeDocument/2006/relationships/hyperlink" Target="https://developers.kakao.com/console/app/1324377/product/login/scope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developers.kakao.com/docs/latest/ko/kakaologin/rest-api#logout" TargetMode="Externa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hyperlink" Target="https://suyeoniii.tistory.com/81" TargetMode="External"/><Relationship Id="rId2" Type="http://schemas.openxmlformats.org/officeDocument/2006/relationships/hyperlink" Target="https://suyeoniii.tistory.com/79" TargetMode="Externa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23E526D-0910-37AE-6824-80ED35105A5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866500"/>
            <a:ext cx="9144000" cy="2387600"/>
          </a:xfrm>
        </p:spPr>
        <p:txBody>
          <a:bodyPr>
            <a:normAutofit fontScale="90000"/>
          </a:bodyPr>
          <a:lstStyle/>
          <a:p>
            <a:r>
              <a:rPr lang="ko-KR" altLang="en-US" dirty="0"/>
              <a:t>소셜 로그인</a:t>
            </a:r>
            <a:br>
              <a:rPr lang="en-US" altLang="ko-KR" dirty="0"/>
            </a:br>
            <a:r>
              <a:rPr lang="en-US" altLang="ko-KR" dirty="0"/>
              <a:t>(</a:t>
            </a:r>
            <a:r>
              <a:rPr lang="ko-KR" altLang="en-US" dirty="0"/>
              <a:t>카카오톡</a:t>
            </a:r>
            <a:r>
              <a:rPr lang="en-US" altLang="ko-KR" dirty="0"/>
              <a:t>/</a:t>
            </a:r>
            <a:r>
              <a:rPr lang="ko-KR" altLang="en-US" dirty="0"/>
              <a:t>네이버</a:t>
            </a:r>
            <a:r>
              <a:rPr lang="en-US" altLang="ko-KR" dirty="0"/>
              <a:t>)</a:t>
            </a:r>
            <a:br>
              <a:rPr lang="en-US" altLang="ko-KR" dirty="0"/>
            </a:br>
            <a:r>
              <a:rPr lang="ko-KR" altLang="en-US" dirty="0"/>
              <a:t>구현 방법 예시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848CD98C-896A-AF1B-AD42-6D7EE8424CF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683391" y="5461960"/>
            <a:ext cx="9144000" cy="529540"/>
          </a:xfrm>
        </p:spPr>
        <p:txBody>
          <a:bodyPr>
            <a:normAutofit/>
          </a:bodyPr>
          <a:lstStyle/>
          <a:p>
            <a:r>
              <a:rPr lang="ko-KR" altLang="en-US" dirty="0"/>
              <a:t>발표자 </a:t>
            </a:r>
            <a:r>
              <a:rPr lang="en-US" altLang="ko-KR" dirty="0"/>
              <a:t>: 4</a:t>
            </a:r>
            <a:r>
              <a:rPr lang="ko-KR" altLang="en-US" dirty="0"/>
              <a:t>조</a:t>
            </a:r>
            <a:r>
              <a:rPr lang="en-US" altLang="ko-KR" dirty="0"/>
              <a:t>(</a:t>
            </a:r>
            <a:r>
              <a:rPr lang="ko-KR" altLang="en-US" dirty="0" err="1"/>
              <a:t>자전거앱</a:t>
            </a:r>
            <a:r>
              <a:rPr lang="ko-KR" altLang="en-US" dirty="0"/>
              <a:t> 프로젝트</a:t>
            </a:r>
            <a:r>
              <a:rPr lang="en-US" altLang="ko-KR" dirty="0"/>
              <a:t>)</a:t>
            </a:r>
            <a:r>
              <a:rPr lang="ko-KR" altLang="en-US" dirty="0"/>
              <a:t> </a:t>
            </a:r>
            <a:r>
              <a:rPr lang="en-US" altLang="ko-KR" dirty="0"/>
              <a:t>– </a:t>
            </a:r>
            <a:r>
              <a:rPr lang="ko-KR" altLang="en-US" dirty="0"/>
              <a:t>회원 정보 담당 </a:t>
            </a:r>
            <a:r>
              <a:rPr lang="en-US" altLang="ko-KR" dirty="0"/>
              <a:t>– </a:t>
            </a:r>
            <a:r>
              <a:rPr lang="ko-KR" altLang="en-US" dirty="0"/>
              <a:t>조 해성</a:t>
            </a:r>
            <a:r>
              <a:rPr lang="en-US" altLang="ko-KR" dirty="0"/>
              <a:t>.</a:t>
            </a:r>
          </a:p>
          <a:p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42787978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B598331-9C4F-7138-75FA-38D74D36A1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ko-KR" altLang="en-US" dirty="0"/>
              <a:t>진행 순서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D7EFBEE-EA1A-4194-7EC8-8DF6CC2BB11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794889"/>
            <a:ext cx="10515600" cy="4351338"/>
          </a:xfrm>
        </p:spPr>
        <p:txBody>
          <a:bodyPr/>
          <a:lstStyle/>
          <a:p>
            <a:pPr marL="514357" indent="-514357" algn="ctr">
              <a:buAutoNum type="arabicPeriod"/>
            </a:pPr>
            <a:r>
              <a:rPr lang="ko-KR" altLang="en-US" dirty="0"/>
              <a:t>개요</a:t>
            </a:r>
            <a:endParaRPr lang="en-US" altLang="ko-KR" dirty="0"/>
          </a:p>
          <a:p>
            <a:pPr marL="514357" indent="-514357" algn="ctr">
              <a:buAutoNum type="arabicPeriod"/>
            </a:pPr>
            <a:r>
              <a:rPr lang="ko-KR" altLang="en-US" dirty="0"/>
              <a:t>소셜 로그인 구현 전에 알아보기</a:t>
            </a:r>
            <a:endParaRPr lang="en-US" altLang="ko-KR" dirty="0"/>
          </a:p>
          <a:p>
            <a:pPr marL="914405" lvl="1" indent="-457200" algn="ctr">
              <a:buAutoNum type="arabicParenR"/>
            </a:pPr>
            <a:r>
              <a:rPr lang="ko-KR" altLang="en-US" dirty="0"/>
              <a:t>작동 방식</a:t>
            </a:r>
            <a:endParaRPr lang="en-US" altLang="ko-KR" dirty="0"/>
          </a:p>
          <a:p>
            <a:pPr marL="914405" lvl="1" indent="-457200" algn="ctr">
              <a:buAutoNum type="arabicParenR"/>
            </a:pPr>
            <a:r>
              <a:rPr lang="ko-KR" altLang="en-US" dirty="0"/>
              <a:t>구현 전 준비사항</a:t>
            </a:r>
            <a:endParaRPr lang="en-US" altLang="ko-KR" dirty="0"/>
          </a:p>
          <a:p>
            <a:pPr marL="514357" indent="-514357" algn="ctr">
              <a:buAutoNum type="arabicPeriod"/>
            </a:pPr>
            <a:r>
              <a:rPr lang="en-US" altLang="ko-KR" dirty="0"/>
              <a:t>API docs</a:t>
            </a:r>
          </a:p>
          <a:p>
            <a:pPr marL="514357" indent="-514357" algn="ctr">
              <a:buFont typeface="Arial" panose="020B0604020202020204" pitchFamily="34" charset="0"/>
              <a:buAutoNum type="arabicPeriod"/>
            </a:pPr>
            <a:r>
              <a:rPr lang="ko-KR" altLang="en-US" dirty="0"/>
              <a:t>코드 설명</a:t>
            </a:r>
            <a:r>
              <a:rPr lang="en-US" altLang="ko-KR" dirty="0"/>
              <a:t> / </a:t>
            </a:r>
            <a:r>
              <a:rPr lang="ko-KR" altLang="en-US" dirty="0"/>
              <a:t>실제 작동 여부</a:t>
            </a:r>
            <a:endParaRPr lang="en-US" altLang="ko-KR" dirty="0"/>
          </a:p>
          <a:p>
            <a:pPr marL="514357" indent="-514357" algn="ctr">
              <a:buAutoNum type="arabicPeriod"/>
            </a:pPr>
            <a:r>
              <a:rPr lang="ko-KR" altLang="en-US" dirty="0"/>
              <a:t>데이터 수집 후 추가적인 고려 사항</a:t>
            </a:r>
            <a:endParaRPr lang="en-US" altLang="ko-KR" dirty="0"/>
          </a:p>
          <a:p>
            <a:pPr marL="514357" indent="-514357" algn="ctr">
              <a:buAutoNum type="arabicPeriod"/>
            </a:pPr>
            <a:r>
              <a:rPr lang="ko-KR" altLang="en-US" dirty="0"/>
              <a:t>출처 및 질의응답 시간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262526718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49B136-D89C-5A4F-DAF8-F24EFBA021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F8C9216-3661-FBE9-D517-8072E65D35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altLang="ko-KR" dirty="0"/>
              <a:t>1. </a:t>
            </a:r>
            <a:r>
              <a:rPr lang="ko-KR" altLang="en-US" dirty="0"/>
              <a:t>개요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901839C-5C5B-3F36-669F-BA5E07DEB73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729153"/>
            <a:ext cx="2685177" cy="548459"/>
          </a:xfrm>
        </p:spPr>
        <p:txBody>
          <a:bodyPr/>
          <a:lstStyle/>
          <a:p>
            <a:pPr algn="ctr"/>
            <a:r>
              <a:rPr lang="ko-KR" altLang="en-US" dirty="0"/>
              <a:t>로그인 방법 </a:t>
            </a:r>
            <a:r>
              <a:rPr lang="en-US" altLang="ko-KR" dirty="0"/>
              <a:t>1</a:t>
            </a:r>
            <a:endParaRPr lang="ko-KR" altLang="en-US" dirty="0"/>
          </a:p>
        </p:txBody>
      </p:sp>
      <p:sp>
        <p:nvSpPr>
          <p:cNvPr id="4" name="내용 개체 틀 2">
            <a:extLst>
              <a:ext uri="{FF2B5EF4-FFF2-40B4-BE49-F238E27FC236}">
                <a16:creationId xmlns:a16="http://schemas.microsoft.com/office/drawing/2014/main" id="{5A279571-C475-59D6-DD97-1B142DDB297C}"/>
              </a:ext>
            </a:extLst>
          </p:cNvPr>
          <p:cNvSpPr txBox="1">
            <a:spLocks/>
          </p:cNvSpPr>
          <p:nvPr/>
        </p:nvSpPr>
        <p:spPr>
          <a:xfrm>
            <a:off x="6096000" y="1729151"/>
            <a:ext cx="2685177" cy="548459"/>
          </a:xfrm>
          <a:prstGeom prst="rect">
            <a:avLst/>
          </a:prstGeom>
        </p:spPr>
        <p:txBody>
          <a:bodyPr vert="horz" lIns="91440" tIns="45721" rIns="91440" bIns="45721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ko-KR" altLang="en-US" dirty="0"/>
              <a:t>로그인 방법 </a:t>
            </a:r>
            <a:r>
              <a:rPr lang="en-US" altLang="ko-KR" dirty="0"/>
              <a:t>2</a:t>
            </a:r>
            <a:endParaRPr lang="ko-KR" altLang="en-US" dirty="0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540E38D2-B6FC-F31F-3B1F-67FF1586D27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326" y="2277610"/>
            <a:ext cx="4229691" cy="4556988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209253AD-2AE5-B55D-B2C6-3CE08252C60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08651" y="2436972"/>
            <a:ext cx="2305372" cy="457264"/>
          </a:xfrm>
          <a:prstGeom prst="rect">
            <a:avLst/>
          </a:prstGeom>
        </p:spPr>
      </p:pic>
      <p:sp>
        <p:nvSpPr>
          <p:cNvPr id="11" name="화살표: 아래쪽 10">
            <a:extLst>
              <a:ext uri="{FF2B5EF4-FFF2-40B4-BE49-F238E27FC236}">
                <a16:creationId xmlns:a16="http://schemas.microsoft.com/office/drawing/2014/main" id="{5FDF64A3-78DE-28A4-FE70-12C95A47091F}"/>
              </a:ext>
            </a:extLst>
          </p:cNvPr>
          <p:cNvSpPr/>
          <p:nvPr/>
        </p:nvSpPr>
        <p:spPr>
          <a:xfrm>
            <a:off x="1937858" y="2919371"/>
            <a:ext cx="1392572" cy="906011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801"/>
          </a:p>
        </p:txBody>
      </p:sp>
      <p:sp>
        <p:nvSpPr>
          <p:cNvPr id="12" name="내용 개체 틀 2">
            <a:extLst>
              <a:ext uri="{FF2B5EF4-FFF2-40B4-BE49-F238E27FC236}">
                <a16:creationId xmlns:a16="http://schemas.microsoft.com/office/drawing/2014/main" id="{8F0B9024-B5A7-8B21-5F0D-6409B85F9A38}"/>
              </a:ext>
            </a:extLst>
          </p:cNvPr>
          <p:cNvSpPr txBox="1">
            <a:spLocks/>
          </p:cNvSpPr>
          <p:nvPr/>
        </p:nvSpPr>
        <p:spPr>
          <a:xfrm>
            <a:off x="1333500" y="3994183"/>
            <a:ext cx="2685177" cy="326149"/>
          </a:xfrm>
          <a:prstGeom prst="rect">
            <a:avLst/>
          </a:prstGeom>
        </p:spPr>
        <p:txBody>
          <a:bodyPr vert="horz" lIns="91440" tIns="45721" rIns="91440" bIns="45721" rtlCol="0">
            <a:normAutofit fontScale="70000" lnSpcReduction="20000"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ko-KR" altLang="en-US" dirty="0"/>
              <a:t>아이디</a:t>
            </a:r>
            <a:r>
              <a:rPr lang="en-US" altLang="ko-KR" dirty="0"/>
              <a:t>/</a:t>
            </a:r>
            <a:r>
              <a:rPr lang="ko-KR" altLang="en-US" dirty="0"/>
              <a:t>비밀번호 입력</a:t>
            </a:r>
          </a:p>
        </p:txBody>
      </p:sp>
      <p:sp>
        <p:nvSpPr>
          <p:cNvPr id="13" name="화살표: 아래쪽 12">
            <a:extLst>
              <a:ext uri="{FF2B5EF4-FFF2-40B4-BE49-F238E27FC236}">
                <a16:creationId xmlns:a16="http://schemas.microsoft.com/office/drawing/2014/main" id="{7A3D403D-2AF5-FEF8-F1B2-EF2C970A908E}"/>
              </a:ext>
            </a:extLst>
          </p:cNvPr>
          <p:cNvSpPr/>
          <p:nvPr/>
        </p:nvSpPr>
        <p:spPr>
          <a:xfrm>
            <a:off x="1937858" y="4533143"/>
            <a:ext cx="1392572" cy="906011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801"/>
          </a:p>
        </p:txBody>
      </p:sp>
      <p:sp>
        <p:nvSpPr>
          <p:cNvPr id="14" name="내용 개체 틀 2">
            <a:extLst>
              <a:ext uri="{FF2B5EF4-FFF2-40B4-BE49-F238E27FC236}">
                <a16:creationId xmlns:a16="http://schemas.microsoft.com/office/drawing/2014/main" id="{C343D3A9-75D5-21FE-A5FC-4A79EC105520}"/>
              </a:ext>
            </a:extLst>
          </p:cNvPr>
          <p:cNvSpPr txBox="1">
            <a:spLocks/>
          </p:cNvSpPr>
          <p:nvPr/>
        </p:nvSpPr>
        <p:spPr>
          <a:xfrm>
            <a:off x="1333500" y="5488889"/>
            <a:ext cx="2685177" cy="326149"/>
          </a:xfrm>
          <a:prstGeom prst="rect">
            <a:avLst/>
          </a:prstGeom>
        </p:spPr>
        <p:txBody>
          <a:bodyPr vert="horz" lIns="91440" tIns="45721" rIns="91440" bIns="45721" rtlCol="0">
            <a:normAutofit fontScale="70000" lnSpcReduction="20000"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ko-KR" altLang="en-US" dirty="0"/>
              <a:t>일치하면 접속</a:t>
            </a:r>
          </a:p>
        </p:txBody>
      </p:sp>
    </p:spTree>
    <p:extLst>
      <p:ext uri="{BB962C8B-B14F-4D97-AF65-F5344CB8AC3E}">
        <p14:creationId xmlns:p14="http://schemas.microsoft.com/office/powerpoint/2010/main" val="323028584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A064A9-9AE7-5B0A-C313-4299DF2744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1F9EFF4-8103-4280-7BE4-CB424846FF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2" y="365125"/>
            <a:ext cx="4035802" cy="1925069"/>
          </a:xfrm>
        </p:spPr>
        <p:txBody>
          <a:bodyPr>
            <a:normAutofit/>
          </a:bodyPr>
          <a:lstStyle/>
          <a:p>
            <a:r>
              <a:rPr lang="en-US" altLang="ko-KR" dirty="0"/>
              <a:t>2.</a:t>
            </a:r>
            <a:r>
              <a:rPr lang="ko-KR" altLang="en-US" dirty="0"/>
              <a:t> 소셜 로그인</a:t>
            </a:r>
            <a:br>
              <a:rPr lang="en-US" altLang="ko-KR" dirty="0"/>
            </a:br>
            <a:r>
              <a:rPr lang="en-US" altLang="ko-KR" dirty="0"/>
              <a:t>  </a:t>
            </a:r>
            <a:r>
              <a:rPr lang="ko-KR" altLang="en-US" dirty="0"/>
              <a:t>   구현 전에</a:t>
            </a:r>
            <a:br>
              <a:rPr lang="en-US" altLang="ko-KR" dirty="0"/>
            </a:br>
            <a:r>
              <a:rPr lang="en-US" altLang="ko-KR" dirty="0"/>
              <a:t> </a:t>
            </a:r>
            <a:r>
              <a:rPr lang="ko-KR" altLang="en-US" dirty="0"/>
              <a:t>    알아보기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821D1B4-0680-8AEC-0BB6-28A62D06DDE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26099" y="2693886"/>
            <a:ext cx="2395754" cy="510709"/>
          </a:xfrm>
        </p:spPr>
        <p:txBody>
          <a:bodyPr/>
          <a:lstStyle/>
          <a:p>
            <a:r>
              <a:rPr lang="en-US" altLang="ko-KR" dirty="0"/>
              <a:t>1) </a:t>
            </a:r>
            <a:r>
              <a:rPr lang="ko-KR" altLang="en-US" dirty="0"/>
              <a:t>작동 방식</a:t>
            </a:r>
          </a:p>
        </p:txBody>
      </p:sp>
      <p:pic>
        <p:nvPicPr>
          <p:cNvPr id="2050" name="Picture 2" descr="R1280x0 (1200×1460)">
            <a:extLst>
              <a:ext uri="{FF2B5EF4-FFF2-40B4-BE49-F238E27FC236}">
                <a16:creationId xmlns:a16="http://schemas.microsoft.com/office/drawing/2014/main" id="{B1DB0D4E-73EB-7ABD-65AF-1B517F8761A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45821" y="159391"/>
            <a:ext cx="6580465" cy="66986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>
            <a:extLst>
              <a:ext uri="{FF2B5EF4-FFF2-40B4-BE49-F238E27FC236}">
                <a16:creationId xmlns:a16="http://schemas.microsoft.com/office/drawing/2014/main" id="{36F55551-A550-168E-3650-BD65C3A8B18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9983" y="3204595"/>
            <a:ext cx="5232240" cy="33598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타원 6">
            <a:extLst>
              <a:ext uri="{FF2B5EF4-FFF2-40B4-BE49-F238E27FC236}">
                <a16:creationId xmlns:a16="http://schemas.microsoft.com/office/drawing/2014/main" id="{0FB0E84C-126B-7427-2252-21465C441F23}"/>
              </a:ext>
            </a:extLst>
          </p:cNvPr>
          <p:cNvSpPr/>
          <p:nvPr/>
        </p:nvSpPr>
        <p:spPr>
          <a:xfrm>
            <a:off x="4207079" y="3863130"/>
            <a:ext cx="666925" cy="549479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타원 7">
            <a:extLst>
              <a:ext uri="{FF2B5EF4-FFF2-40B4-BE49-F238E27FC236}">
                <a16:creationId xmlns:a16="http://schemas.microsoft.com/office/drawing/2014/main" id="{8C88ECED-517E-41E4-BC74-82E246AEA432}"/>
              </a:ext>
            </a:extLst>
          </p:cNvPr>
          <p:cNvSpPr/>
          <p:nvPr/>
        </p:nvSpPr>
        <p:spPr>
          <a:xfrm>
            <a:off x="9055916" y="3087149"/>
            <a:ext cx="1077985" cy="260058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0" name="연결선: 꺾임 9">
            <a:extLst>
              <a:ext uri="{FF2B5EF4-FFF2-40B4-BE49-F238E27FC236}">
                <a16:creationId xmlns:a16="http://schemas.microsoft.com/office/drawing/2014/main" id="{6D8A9F9B-55D7-2B0B-9992-91B56ABC32BC}"/>
              </a:ext>
            </a:extLst>
          </p:cNvPr>
          <p:cNvCxnSpPr>
            <a:cxnSpLocks/>
            <a:stCxn id="7" idx="0"/>
            <a:endCxn id="8" idx="2"/>
          </p:cNvCxnSpPr>
          <p:nvPr/>
        </p:nvCxnSpPr>
        <p:spPr>
          <a:xfrm rot="5400000" flipH="1" flipV="1">
            <a:off x="6475253" y="1282467"/>
            <a:ext cx="645952" cy="4515374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내용 개체 틀 2">
            <a:extLst>
              <a:ext uri="{FF2B5EF4-FFF2-40B4-BE49-F238E27FC236}">
                <a16:creationId xmlns:a16="http://schemas.microsoft.com/office/drawing/2014/main" id="{76C9AEB5-5843-15EF-6AE1-04AE4226439C}"/>
              </a:ext>
            </a:extLst>
          </p:cNvPr>
          <p:cNvSpPr txBox="1">
            <a:spLocks/>
          </p:cNvSpPr>
          <p:nvPr/>
        </p:nvSpPr>
        <p:spPr>
          <a:xfrm>
            <a:off x="4540542" y="2948729"/>
            <a:ext cx="1555458" cy="328756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/>
          </a:bodyPr>
          <a:lstStyle>
            <a:lvl1pPr marL="228604" indent="-228604" algn="l" defTabSz="914411" rtl="0" eaLnBrk="1" latinLnBrk="1" hangingPunct="1">
              <a:lnSpc>
                <a:spcPct val="90000"/>
              </a:lnSpc>
              <a:spcBef>
                <a:spcPts val="1001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9" indent="-228604" algn="l" defTabSz="914411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15" indent="-228604" algn="l" defTabSz="914411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21" indent="-228604" algn="l" defTabSz="914411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27" indent="-228604" algn="l" defTabSz="914411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32" indent="-228604" algn="l" defTabSz="914411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38" indent="-228604" algn="l" defTabSz="914411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44" indent="-228604" algn="l" defTabSz="914411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49" indent="-228604" algn="l" defTabSz="914411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ko-KR" altLang="en-US" sz="1800" dirty="0"/>
              <a:t>우리의 목표 </a:t>
            </a:r>
            <a:r>
              <a:rPr lang="en-US" altLang="ko-KR" sz="1800" dirty="0"/>
              <a:t>1</a:t>
            </a:r>
            <a:endParaRPr lang="ko-KR" altLang="en-US" sz="1800" dirty="0"/>
          </a:p>
        </p:txBody>
      </p:sp>
      <p:sp>
        <p:nvSpPr>
          <p:cNvPr id="4" name="내용 개체 틀 2">
            <a:extLst>
              <a:ext uri="{FF2B5EF4-FFF2-40B4-BE49-F238E27FC236}">
                <a16:creationId xmlns:a16="http://schemas.microsoft.com/office/drawing/2014/main" id="{DFC8B60E-E178-9EF3-045E-91ED1E24D3AF}"/>
              </a:ext>
            </a:extLst>
          </p:cNvPr>
          <p:cNvSpPr txBox="1">
            <a:spLocks/>
          </p:cNvSpPr>
          <p:nvPr/>
        </p:nvSpPr>
        <p:spPr>
          <a:xfrm>
            <a:off x="10182138" y="4884536"/>
            <a:ext cx="1555458" cy="328756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/>
          </a:bodyPr>
          <a:lstStyle>
            <a:lvl1pPr marL="228604" indent="-228604" algn="l" defTabSz="914411" rtl="0" eaLnBrk="1" latinLnBrk="1" hangingPunct="1">
              <a:lnSpc>
                <a:spcPct val="90000"/>
              </a:lnSpc>
              <a:spcBef>
                <a:spcPts val="1001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9" indent="-228604" algn="l" defTabSz="914411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15" indent="-228604" algn="l" defTabSz="914411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21" indent="-228604" algn="l" defTabSz="914411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27" indent="-228604" algn="l" defTabSz="914411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32" indent="-228604" algn="l" defTabSz="914411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38" indent="-228604" algn="l" defTabSz="914411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44" indent="-228604" algn="l" defTabSz="914411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49" indent="-228604" algn="l" defTabSz="914411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ko-KR" altLang="en-US" sz="1800" dirty="0"/>
              <a:t>우리의 목표 </a:t>
            </a:r>
            <a:r>
              <a:rPr lang="en-US" altLang="ko-KR" sz="1800" dirty="0"/>
              <a:t>2</a:t>
            </a:r>
            <a:endParaRPr lang="ko-KR" altLang="en-US" sz="1800" dirty="0"/>
          </a:p>
        </p:txBody>
      </p:sp>
    </p:spTree>
    <p:extLst>
      <p:ext uri="{BB962C8B-B14F-4D97-AF65-F5344CB8AC3E}">
        <p14:creationId xmlns:p14="http://schemas.microsoft.com/office/powerpoint/2010/main" val="216816530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2A8F8B-6C07-7ACE-947E-B5D769B3A1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1">
            <a:extLst>
              <a:ext uri="{FF2B5EF4-FFF2-40B4-BE49-F238E27FC236}">
                <a16:creationId xmlns:a16="http://schemas.microsoft.com/office/drawing/2014/main" id="{A6ADE1FC-B6FD-4040-22E8-FB2DC8E353AE}"/>
              </a:ext>
            </a:extLst>
          </p:cNvPr>
          <p:cNvSpPr txBox="1">
            <a:spLocks/>
          </p:cNvSpPr>
          <p:nvPr/>
        </p:nvSpPr>
        <p:spPr>
          <a:xfrm>
            <a:off x="838200" y="37955"/>
            <a:ext cx="10654715" cy="99389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11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altLang="ko-KR" dirty="0"/>
              <a:t>2.</a:t>
            </a:r>
            <a:r>
              <a:rPr lang="ko-KR" altLang="en-US" dirty="0"/>
              <a:t> 소셜 로그인 구현 전에 알아보기</a:t>
            </a:r>
          </a:p>
        </p:txBody>
      </p:sp>
      <p:sp>
        <p:nvSpPr>
          <p:cNvPr id="5" name="내용 개체 틀 2">
            <a:extLst>
              <a:ext uri="{FF2B5EF4-FFF2-40B4-BE49-F238E27FC236}">
                <a16:creationId xmlns:a16="http://schemas.microsoft.com/office/drawing/2014/main" id="{DA6ED800-8E2C-C51A-60E6-A254E713D396}"/>
              </a:ext>
            </a:extLst>
          </p:cNvPr>
          <p:cNvSpPr txBox="1">
            <a:spLocks/>
          </p:cNvSpPr>
          <p:nvPr/>
        </p:nvSpPr>
        <p:spPr>
          <a:xfrm>
            <a:off x="838199" y="953170"/>
            <a:ext cx="9308283" cy="51070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4" indent="-228604" algn="l" defTabSz="914411" rtl="0" eaLnBrk="1" latinLnBrk="1" hangingPunct="1">
              <a:lnSpc>
                <a:spcPct val="90000"/>
              </a:lnSpc>
              <a:spcBef>
                <a:spcPts val="1001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9" indent="-228604" algn="l" defTabSz="914411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15" indent="-228604" algn="l" defTabSz="914411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21" indent="-228604" algn="l" defTabSz="914411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27" indent="-228604" algn="l" defTabSz="914411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32" indent="-228604" algn="l" defTabSz="914411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38" indent="-228604" algn="l" defTabSz="914411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44" indent="-228604" algn="l" defTabSz="914411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49" indent="-228604" algn="l" defTabSz="914411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ko-KR" dirty="0"/>
              <a:t>2) </a:t>
            </a:r>
            <a:r>
              <a:rPr lang="ko-KR" altLang="en-US" dirty="0"/>
              <a:t>구현 전 준비사항 </a:t>
            </a:r>
            <a:r>
              <a:rPr lang="en-US" altLang="ko-KR" dirty="0"/>
              <a:t>– </a:t>
            </a:r>
            <a:r>
              <a:rPr lang="ko-KR" altLang="en-US" dirty="0"/>
              <a:t>플랫폼에 앱 등록하기 </a:t>
            </a:r>
          </a:p>
        </p:txBody>
      </p:sp>
      <p:sp>
        <p:nvSpPr>
          <p:cNvPr id="6" name="내용 개체 틀 2">
            <a:extLst>
              <a:ext uri="{FF2B5EF4-FFF2-40B4-BE49-F238E27FC236}">
                <a16:creationId xmlns:a16="http://schemas.microsoft.com/office/drawing/2014/main" id="{6E2ABB93-CE3A-9AE7-0D64-FAF4662C5427}"/>
              </a:ext>
            </a:extLst>
          </p:cNvPr>
          <p:cNvSpPr txBox="1">
            <a:spLocks/>
          </p:cNvSpPr>
          <p:nvPr/>
        </p:nvSpPr>
        <p:spPr>
          <a:xfrm>
            <a:off x="838200" y="2110851"/>
            <a:ext cx="9308283" cy="51070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4" indent="-228604" algn="l" defTabSz="914411" rtl="0" eaLnBrk="1" latinLnBrk="1" hangingPunct="1">
              <a:lnSpc>
                <a:spcPct val="90000"/>
              </a:lnSpc>
              <a:spcBef>
                <a:spcPts val="1001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9" indent="-228604" algn="l" defTabSz="914411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15" indent="-228604" algn="l" defTabSz="914411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21" indent="-228604" algn="l" defTabSz="914411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27" indent="-228604" algn="l" defTabSz="914411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32" indent="-228604" algn="l" defTabSz="914411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38" indent="-228604" algn="l" defTabSz="914411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44" indent="-228604" algn="l" defTabSz="914411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49" indent="-228604" algn="l" defTabSz="914411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ko-KR" altLang="en-US" dirty="0"/>
          </a:p>
        </p:txBody>
      </p:sp>
      <p:sp>
        <p:nvSpPr>
          <p:cNvPr id="7" name="내용 개체 틀 2">
            <a:extLst>
              <a:ext uri="{FF2B5EF4-FFF2-40B4-BE49-F238E27FC236}">
                <a16:creationId xmlns:a16="http://schemas.microsoft.com/office/drawing/2014/main" id="{786E8B8C-BC90-4177-183A-94D11A63C82C}"/>
              </a:ext>
            </a:extLst>
          </p:cNvPr>
          <p:cNvSpPr txBox="1">
            <a:spLocks/>
          </p:cNvSpPr>
          <p:nvPr/>
        </p:nvSpPr>
        <p:spPr>
          <a:xfrm>
            <a:off x="508232" y="1600142"/>
            <a:ext cx="5587768" cy="510709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/>
          </a:bodyPr>
          <a:lstStyle>
            <a:lvl1pPr marL="228604" indent="-228604" algn="l" defTabSz="914411" rtl="0" eaLnBrk="1" latinLnBrk="1" hangingPunct="1">
              <a:lnSpc>
                <a:spcPct val="90000"/>
              </a:lnSpc>
              <a:spcBef>
                <a:spcPts val="1001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9" indent="-228604" algn="l" defTabSz="914411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15" indent="-228604" algn="l" defTabSz="914411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21" indent="-228604" algn="l" defTabSz="914411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27" indent="-228604" algn="l" defTabSz="914411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32" indent="-228604" algn="l" defTabSz="914411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38" indent="-228604" algn="l" defTabSz="914411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44" indent="-228604" algn="l" defTabSz="914411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49" indent="-228604" algn="l" defTabSz="914411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ko-KR" altLang="en-US" dirty="0"/>
              <a:t>카카오톡 </a:t>
            </a:r>
            <a:r>
              <a:rPr lang="en-US" altLang="ko-KR" dirty="0"/>
              <a:t>– </a:t>
            </a:r>
            <a:r>
              <a:rPr lang="ko-KR" altLang="en-US" dirty="0"/>
              <a:t>카카오 </a:t>
            </a:r>
            <a:r>
              <a:rPr lang="ko-KR" altLang="en-US" dirty="0" err="1"/>
              <a:t>디밸로퍼</a:t>
            </a:r>
            <a:r>
              <a:rPr lang="ko-KR" altLang="en-US" dirty="0"/>
              <a:t> </a:t>
            </a:r>
            <a:r>
              <a:rPr lang="en-US" altLang="ko-KR" dirty="0"/>
              <a:t>&gt; </a:t>
            </a:r>
            <a:r>
              <a:rPr lang="ko-KR" altLang="en-US" dirty="0"/>
              <a:t>앱</a:t>
            </a:r>
          </a:p>
        </p:txBody>
      </p:sp>
      <p:sp>
        <p:nvSpPr>
          <p:cNvPr id="8" name="내용 개체 틀 2">
            <a:extLst>
              <a:ext uri="{FF2B5EF4-FFF2-40B4-BE49-F238E27FC236}">
                <a16:creationId xmlns:a16="http://schemas.microsoft.com/office/drawing/2014/main" id="{CE2E226A-2BF3-0DBB-54D5-03D3E1E45530}"/>
              </a:ext>
            </a:extLst>
          </p:cNvPr>
          <p:cNvSpPr txBox="1">
            <a:spLocks/>
          </p:cNvSpPr>
          <p:nvPr/>
        </p:nvSpPr>
        <p:spPr>
          <a:xfrm>
            <a:off x="6165556" y="1600142"/>
            <a:ext cx="5952165" cy="510709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/>
          </a:bodyPr>
          <a:lstStyle>
            <a:lvl1pPr marL="228604" indent="-228604" algn="l" defTabSz="914411" rtl="0" eaLnBrk="1" latinLnBrk="1" hangingPunct="1">
              <a:lnSpc>
                <a:spcPct val="90000"/>
              </a:lnSpc>
              <a:spcBef>
                <a:spcPts val="1001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9" indent="-228604" algn="l" defTabSz="914411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15" indent="-228604" algn="l" defTabSz="914411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21" indent="-228604" algn="l" defTabSz="914411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27" indent="-228604" algn="l" defTabSz="914411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32" indent="-228604" algn="l" defTabSz="914411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38" indent="-228604" algn="l" defTabSz="914411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44" indent="-228604" algn="l" defTabSz="914411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49" indent="-228604" algn="l" defTabSz="914411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ko-KR" altLang="en-US" sz="2400" dirty="0"/>
              <a:t>네이버 </a:t>
            </a:r>
            <a:r>
              <a:rPr lang="en-US" altLang="ko-KR" sz="2400" dirty="0"/>
              <a:t>– </a:t>
            </a:r>
            <a:r>
              <a:rPr lang="ko-KR" altLang="en-US" sz="2400" dirty="0"/>
              <a:t>네이버 </a:t>
            </a:r>
            <a:r>
              <a:rPr lang="ko-KR" altLang="en-US" sz="2400" dirty="0" err="1"/>
              <a:t>디벨로퍼</a:t>
            </a:r>
            <a:r>
              <a:rPr lang="en-US" altLang="ko-KR" sz="2400" dirty="0"/>
              <a:t>&gt;</a:t>
            </a:r>
            <a:r>
              <a:rPr lang="ko-KR" altLang="en-US" sz="2400" dirty="0"/>
              <a:t>내 애플리케이션</a:t>
            </a: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9F574321-EF31-F13F-DF7B-B01693AB976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54049" y="2056126"/>
            <a:ext cx="3637259" cy="4801874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23BF09F2-7EA5-1C3B-94E3-86F66374A29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8560" y="2878504"/>
            <a:ext cx="6247112" cy="24618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9789432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7693E8-75C4-B173-FA45-1E5A4F081A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1">
            <a:extLst>
              <a:ext uri="{FF2B5EF4-FFF2-40B4-BE49-F238E27FC236}">
                <a16:creationId xmlns:a16="http://schemas.microsoft.com/office/drawing/2014/main" id="{3AF789A8-6779-159B-019F-F9749B68BFA2}"/>
              </a:ext>
            </a:extLst>
          </p:cNvPr>
          <p:cNvSpPr txBox="1">
            <a:spLocks/>
          </p:cNvSpPr>
          <p:nvPr/>
        </p:nvSpPr>
        <p:spPr>
          <a:xfrm>
            <a:off x="838200" y="37955"/>
            <a:ext cx="10654715" cy="99389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11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altLang="ko-KR" dirty="0"/>
              <a:t>2.</a:t>
            </a:r>
            <a:r>
              <a:rPr lang="ko-KR" altLang="en-US" dirty="0"/>
              <a:t> 소셜 로그인 구현 전에 알아보기</a:t>
            </a:r>
          </a:p>
        </p:txBody>
      </p:sp>
      <p:sp>
        <p:nvSpPr>
          <p:cNvPr id="5" name="내용 개체 틀 2">
            <a:extLst>
              <a:ext uri="{FF2B5EF4-FFF2-40B4-BE49-F238E27FC236}">
                <a16:creationId xmlns:a16="http://schemas.microsoft.com/office/drawing/2014/main" id="{E39D4BE9-E22D-A6CA-AFCB-410DAE3719DB}"/>
              </a:ext>
            </a:extLst>
          </p:cNvPr>
          <p:cNvSpPr txBox="1">
            <a:spLocks/>
          </p:cNvSpPr>
          <p:nvPr/>
        </p:nvSpPr>
        <p:spPr>
          <a:xfrm>
            <a:off x="838199" y="953170"/>
            <a:ext cx="9308283" cy="51070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4" indent="-228604" algn="l" defTabSz="914411" rtl="0" eaLnBrk="1" latinLnBrk="1" hangingPunct="1">
              <a:lnSpc>
                <a:spcPct val="90000"/>
              </a:lnSpc>
              <a:spcBef>
                <a:spcPts val="1001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9" indent="-228604" algn="l" defTabSz="914411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15" indent="-228604" algn="l" defTabSz="914411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21" indent="-228604" algn="l" defTabSz="914411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27" indent="-228604" algn="l" defTabSz="914411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32" indent="-228604" algn="l" defTabSz="914411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38" indent="-228604" algn="l" defTabSz="914411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44" indent="-228604" algn="l" defTabSz="914411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49" indent="-228604" algn="l" defTabSz="914411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ko-KR" dirty="0"/>
              <a:t>2) </a:t>
            </a:r>
            <a:r>
              <a:rPr lang="ko-KR" altLang="en-US" dirty="0"/>
              <a:t>구현 전 준비사항 </a:t>
            </a:r>
            <a:r>
              <a:rPr lang="en-US" altLang="ko-KR" dirty="0"/>
              <a:t>– </a:t>
            </a:r>
            <a:r>
              <a:rPr lang="ko-KR" altLang="en-US" dirty="0"/>
              <a:t>플랫폼에 앱 등록하기 </a:t>
            </a:r>
          </a:p>
        </p:txBody>
      </p:sp>
      <p:sp>
        <p:nvSpPr>
          <p:cNvPr id="6" name="내용 개체 틀 2">
            <a:extLst>
              <a:ext uri="{FF2B5EF4-FFF2-40B4-BE49-F238E27FC236}">
                <a16:creationId xmlns:a16="http://schemas.microsoft.com/office/drawing/2014/main" id="{6059CCC8-8435-5613-BE02-CD9644D62A7B}"/>
              </a:ext>
            </a:extLst>
          </p:cNvPr>
          <p:cNvSpPr txBox="1">
            <a:spLocks/>
          </p:cNvSpPr>
          <p:nvPr/>
        </p:nvSpPr>
        <p:spPr>
          <a:xfrm>
            <a:off x="508232" y="1600142"/>
            <a:ext cx="5587768" cy="510709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/>
          </a:bodyPr>
          <a:lstStyle>
            <a:lvl1pPr marL="228604" indent="-228604" algn="l" defTabSz="914411" rtl="0" eaLnBrk="1" latinLnBrk="1" hangingPunct="1">
              <a:lnSpc>
                <a:spcPct val="90000"/>
              </a:lnSpc>
              <a:spcBef>
                <a:spcPts val="1001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9" indent="-228604" algn="l" defTabSz="914411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15" indent="-228604" algn="l" defTabSz="914411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21" indent="-228604" algn="l" defTabSz="914411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27" indent="-228604" algn="l" defTabSz="914411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32" indent="-228604" algn="l" defTabSz="914411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38" indent="-228604" algn="l" defTabSz="914411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44" indent="-228604" algn="l" defTabSz="914411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49" indent="-228604" algn="l" defTabSz="914411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 dirty="0"/>
              <a:t>카카오톡 </a:t>
            </a:r>
            <a:r>
              <a:rPr lang="en-US" altLang="ko-KR" dirty="0"/>
              <a:t>– </a:t>
            </a:r>
            <a:r>
              <a:rPr lang="ko-KR" altLang="en-US" dirty="0"/>
              <a:t>카카오 </a:t>
            </a:r>
            <a:r>
              <a:rPr lang="ko-KR" altLang="en-US" dirty="0" err="1"/>
              <a:t>디밸로퍼</a:t>
            </a:r>
            <a:r>
              <a:rPr lang="ko-KR" altLang="en-US" dirty="0"/>
              <a:t> </a:t>
            </a:r>
            <a:r>
              <a:rPr lang="en-US" altLang="ko-KR" dirty="0"/>
              <a:t>&gt; </a:t>
            </a:r>
            <a:r>
              <a:rPr lang="ko-KR" altLang="en-US" dirty="0"/>
              <a:t>앱</a:t>
            </a:r>
          </a:p>
        </p:txBody>
      </p:sp>
      <p:sp>
        <p:nvSpPr>
          <p:cNvPr id="7" name="내용 개체 틀 2">
            <a:extLst>
              <a:ext uri="{FF2B5EF4-FFF2-40B4-BE49-F238E27FC236}">
                <a16:creationId xmlns:a16="http://schemas.microsoft.com/office/drawing/2014/main" id="{ADEB0F5E-2C2E-C4BD-30EA-16A2CC053CF4}"/>
              </a:ext>
            </a:extLst>
          </p:cNvPr>
          <p:cNvSpPr txBox="1">
            <a:spLocks/>
          </p:cNvSpPr>
          <p:nvPr/>
        </p:nvSpPr>
        <p:spPr>
          <a:xfrm>
            <a:off x="6165557" y="1600142"/>
            <a:ext cx="5587768" cy="51070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4" indent="-228604" algn="l" defTabSz="914411" rtl="0" eaLnBrk="1" latinLnBrk="1" hangingPunct="1">
              <a:lnSpc>
                <a:spcPct val="90000"/>
              </a:lnSpc>
              <a:spcBef>
                <a:spcPts val="1001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9" indent="-228604" algn="l" defTabSz="914411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15" indent="-228604" algn="l" defTabSz="914411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21" indent="-228604" algn="l" defTabSz="914411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27" indent="-228604" algn="l" defTabSz="914411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32" indent="-228604" algn="l" defTabSz="914411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38" indent="-228604" algn="l" defTabSz="914411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44" indent="-228604" algn="l" defTabSz="914411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49" indent="-228604" algn="l" defTabSz="914411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ko-KR" altLang="en-US" dirty="0"/>
              <a:t>네이버 </a:t>
            </a:r>
            <a:r>
              <a:rPr lang="en-US" altLang="ko-KR" dirty="0"/>
              <a:t>– </a:t>
            </a:r>
            <a:r>
              <a:rPr lang="ko-KR" altLang="en-US" dirty="0"/>
              <a:t>앱 등록절차</a:t>
            </a:r>
            <a:r>
              <a:rPr lang="en-US" altLang="ko-KR" dirty="0"/>
              <a:t>.</a:t>
            </a:r>
            <a:endParaRPr lang="ko-KR" altLang="en-US" dirty="0"/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4F387147-B009-5556-3119-9623CE2C457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25652" y="2110851"/>
            <a:ext cx="5327673" cy="4604994"/>
          </a:xfrm>
          <a:prstGeom prst="rect">
            <a:avLst/>
          </a:prstGeom>
        </p:spPr>
      </p:pic>
      <p:pic>
        <p:nvPicPr>
          <p:cNvPr id="15" name="그림 14">
            <a:extLst>
              <a:ext uri="{FF2B5EF4-FFF2-40B4-BE49-F238E27FC236}">
                <a16:creationId xmlns:a16="http://schemas.microsoft.com/office/drawing/2014/main" id="{29F1ACDE-0A85-1906-810D-7E2633A3C86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57327" y="2347472"/>
            <a:ext cx="3689578" cy="43683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0717842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C5F943-2169-B532-F296-5D22DDA03D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>
            <a:extLst>
              <a:ext uri="{FF2B5EF4-FFF2-40B4-BE49-F238E27FC236}">
                <a16:creationId xmlns:a16="http://schemas.microsoft.com/office/drawing/2014/main" id="{354677E2-2E3D-17E0-7FF9-3EF44815317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0" y="2351314"/>
            <a:ext cx="5835555" cy="4452897"/>
          </a:xfrm>
          <a:prstGeom prst="rect">
            <a:avLst/>
          </a:prstGeom>
        </p:spPr>
      </p:pic>
      <p:sp>
        <p:nvSpPr>
          <p:cNvPr id="8" name="제목 1">
            <a:extLst>
              <a:ext uri="{FF2B5EF4-FFF2-40B4-BE49-F238E27FC236}">
                <a16:creationId xmlns:a16="http://schemas.microsoft.com/office/drawing/2014/main" id="{BB74C727-B131-2980-91E0-9A5D119777C2}"/>
              </a:ext>
            </a:extLst>
          </p:cNvPr>
          <p:cNvSpPr txBox="1">
            <a:spLocks/>
          </p:cNvSpPr>
          <p:nvPr/>
        </p:nvSpPr>
        <p:spPr>
          <a:xfrm>
            <a:off x="838200" y="37955"/>
            <a:ext cx="10654715" cy="99389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11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altLang="ko-KR" dirty="0"/>
              <a:t>2.</a:t>
            </a:r>
            <a:r>
              <a:rPr lang="ko-KR" altLang="en-US" dirty="0"/>
              <a:t> 소셜 로그인 구현 전에 알아보기</a:t>
            </a:r>
          </a:p>
        </p:txBody>
      </p:sp>
      <p:sp>
        <p:nvSpPr>
          <p:cNvPr id="9" name="내용 개체 틀 2">
            <a:extLst>
              <a:ext uri="{FF2B5EF4-FFF2-40B4-BE49-F238E27FC236}">
                <a16:creationId xmlns:a16="http://schemas.microsoft.com/office/drawing/2014/main" id="{4F1E537D-A742-6529-9103-5BE5B5778C66}"/>
              </a:ext>
            </a:extLst>
          </p:cNvPr>
          <p:cNvSpPr txBox="1">
            <a:spLocks/>
          </p:cNvSpPr>
          <p:nvPr/>
        </p:nvSpPr>
        <p:spPr>
          <a:xfrm>
            <a:off x="838199" y="953170"/>
            <a:ext cx="9308283" cy="51070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4" indent="-228604" algn="l" defTabSz="914411" rtl="0" eaLnBrk="1" latinLnBrk="1" hangingPunct="1">
              <a:lnSpc>
                <a:spcPct val="90000"/>
              </a:lnSpc>
              <a:spcBef>
                <a:spcPts val="1001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9" indent="-228604" algn="l" defTabSz="914411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15" indent="-228604" algn="l" defTabSz="914411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21" indent="-228604" algn="l" defTabSz="914411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27" indent="-228604" algn="l" defTabSz="914411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32" indent="-228604" algn="l" defTabSz="914411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38" indent="-228604" algn="l" defTabSz="914411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44" indent="-228604" algn="l" defTabSz="914411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49" indent="-228604" algn="l" defTabSz="914411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ko-KR" dirty="0"/>
              <a:t>2) </a:t>
            </a:r>
            <a:r>
              <a:rPr lang="ko-KR" altLang="en-US" dirty="0"/>
              <a:t>구현 전 준비사항 </a:t>
            </a:r>
            <a:r>
              <a:rPr lang="en-US" altLang="ko-KR" dirty="0"/>
              <a:t>– </a:t>
            </a:r>
            <a:r>
              <a:rPr lang="ko-KR" altLang="en-US" dirty="0"/>
              <a:t>플랫폼에 앱 등록하기 </a:t>
            </a:r>
          </a:p>
        </p:txBody>
      </p:sp>
      <p:sp>
        <p:nvSpPr>
          <p:cNvPr id="10" name="내용 개체 틀 2">
            <a:extLst>
              <a:ext uri="{FF2B5EF4-FFF2-40B4-BE49-F238E27FC236}">
                <a16:creationId xmlns:a16="http://schemas.microsoft.com/office/drawing/2014/main" id="{E66D7307-814C-4EB9-8A77-57E8E86D9470}"/>
              </a:ext>
            </a:extLst>
          </p:cNvPr>
          <p:cNvSpPr txBox="1">
            <a:spLocks/>
          </p:cNvSpPr>
          <p:nvPr/>
        </p:nvSpPr>
        <p:spPr>
          <a:xfrm>
            <a:off x="138313" y="1600142"/>
            <a:ext cx="5957687" cy="510709"/>
          </a:xfrm>
          <a:prstGeom prst="rect">
            <a:avLst/>
          </a:prstGeom>
        </p:spPr>
        <p:txBody>
          <a:bodyPr vert="horz" lIns="91440" tIns="45720" rIns="91440" bIns="45720" rtlCol="0">
            <a:normAutofit fontScale="62500" lnSpcReduction="20000"/>
          </a:bodyPr>
          <a:lstStyle>
            <a:lvl1pPr marL="228604" indent="-228604" algn="l" defTabSz="914411" rtl="0" eaLnBrk="1" latinLnBrk="1" hangingPunct="1">
              <a:lnSpc>
                <a:spcPct val="90000"/>
              </a:lnSpc>
              <a:spcBef>
                <a:spcPts val="1001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9" indent="-228604" algn="l" defTabSz="914411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15" indent="-228604" algn="l" defTabSz="914411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21" indent="-228604" algn="l" defTabSz="914411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27" indent="-228604" algn="l" defTabSz="914411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32" indent="-228604" algn="l" defTabSz="914411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38" indent="-228604" algn="l" defTabSz="914411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44" indent="-228604" algn="l" defTabSz="914411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49" indent="-228604" algn="l" defTabSz="914411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ko-KR" altLang="en-US" dirty="0"/>
              <a:t>카카오톡 </a:t>
            </a:r>
            <a:r>
              <a:rPr lang="en-US" altLang="ko-KR" dirty="0"/>
              <a:t>– </a:t>
            </a:r>
            <a:r>
              <a:rPr lang="ko-KR" altLang="en-US" dirty="0"/>
              <a:t>카카오 </a:t>
            </a:r>
            <a:r>
              <a:rPr lang="ko-KR" altLang="en-US" dirty="0" err="1"/>
              <a:t>디밸로퍼</a:t>
            </a:r>
            <a:r>
              <a:rPr lang="ko-KR" altLang="en-US" dirty="0"/>
              <a:t> </a:t>
            </a:r>
            <a:r>
              <a:rPr lang="en-US" altLang="ko-KR" dirty="0"/>
              <a:t>&gt; </a:t>
            </a:r>
            <a:r>
              <a:rPr lang="ko-KR" altLang="en-US" dirty="0"/>
              <a:t>앱 </a:t>
            </a:r>
            <a:r>
              <a:rPr lang="en-US" altLang="ko-KR" dirty="0"/>
              <a:t>&gt; </a:t>
            </a:r>
            <a:r>
              <a:rPr lang="ko-KR" altLang="en-US" dirty="0"/>
              <a:t>앱 메뉴 </a:t>
            </a:r>
            <a:r>
              <a:rPr lang="en-US" altLang="ko-KR" dirty="0"/>
              <a:t>&gt; </a:t>
            </a:r>
            <a:r>
              <a:rPr lang="ko-KR" altLang="en-US" dirty="0"/>
              <a:t>일반</a:t>
            </a:r>
            <a:endParaRPr lang="en-US" altLang="ko-KR" dirty="0"/>
          </a:p>
        </p:txBody>
      </p:sp>
      <p:sp>
        <p:nvSpPr>
          <p:cNvPr id="11" name="내용 개체 틀 2">
            <a:extLst>
              <a:ext uri="{FF2B5EF4-FFF2-40B4-BE49-F238E27FC236}">
                <a16:creationId xmlns:a16="http://schemas.microsoft.com/office/drawing/2014/main" id="{7C3C8122-E70F-EFEC-4D14-0C0251A278A7}"/>
              </a:ext>
            </a:extLst>
          </p:cNvPr>
          <p:cNvSpPr txBox="1">
            <a:spLocks/>
          </p:cNvSpPr>
          <p:nvPr/>
        </p:nvSpPr>
        <p:spPr>
          <a:xfrm>
            <a:off x="6165557" y="1600142"/>
            <a:ext cx="5587768" cy="51070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4" indent="-228604" algn="l" defTabSz="914411" rtl="0" eaLnBrk="1" latinLnBrk="1" hangingPunct="1">
              <a:lnSpc>
                <a:spcPct val="90000"/>
              </a:lnSpc>
              <a:spcBef>
                <a:spcPts val="1001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9" indent="-228604" algn="l" defTabSz="914411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15" indent="-228604" algn="l" defTabSz="914411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21" indent="-228604" algn="l" defTabSz="914411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27" indent="-228604" algn="l" defTabSz="914411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32" indent="-228604" algn="l" defTabSz="914411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38" indent="-228604" algn="l" defTabSz="914411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44" indent="-228604" algn="l" defTabSz="914411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49" indent="-228604" algn="l" defTabSz="914411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ko-KR" altLang="en-US" dirty="0"/>
              <a:t>네이버 </a:t>
            </a:r>
            <a:r>
              <a:rPr lang="en-US" altLang="ko-KR" dirty="0"/>
              <a:t>– </a:t>
            </a:r>
            <a:r>
              <a:rPr lang="ko-KR" altLang="en-US" dirty="0"/>
              <a:t>앱 등록절차</a:t>
            </a:r>
            <a:r>
              <a:rPr lang="en-US" altLang="ko-KR" dirty="0"/>
              <a:t>.</a:t>
            </a:r>
            <a:endParaRPr lang="ko-KR" altLang="en-US" dirty="0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E76E7A75-BE6B-AA83-B5BF-22448889218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3857" y="2779963"/>
            <a:ext cx="5506218" cy="39343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8850352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2C21CF-6828-4549-3EE0-5E645DB2EA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1">
            <a:extLst>
              <a:ext uri="{FF2B5EF4-FFF2-40B4-BE49-F238E27FC236}">
                <a16:creationId xmlns:a16="http://schemas.microsoft.com/office/drawing/2014/main" id="{8486B0E4-F16E-094F-B1C9-3A5A9DA0B450}"/>
              </a:ext>
            </a:extLst>
          </p:cNvPr>
          <p:cNvSpPr txBox="1">
            <a:spLocks/>
          </p:cNvSpPr>
          <p:nvPr/>
        </p:nvSpPr>
        <p:spPr>
          <a:xfrm>
            <a:off x="838200" y="37955"/>
            <a:ext cx="10654715" cy="99389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11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altLang="ko-KR" dirty="0"/>
              <a:t>2.</a:t>
            </a:r>
            <a:r>
              <a:rPr lang="ko-KR" altLang="en-US" dirty="0"/>
              <a:t> 소셜 로그인 구현 전에 알아보기</a:t>
            </a:r>
          </a:p>
        </p:txBody>
      </p:sp>
      <p:sp>
        <p:nvSpPr>
          <p:cNvPr id="9" name="내용 개체 틀 2">
            <a:extLst>
              <a:ext uri="{FF2B5EF4-FFF2-40B4-BE49-F238E27FC236}">
                <a16:creationId xmlns:a16="http://schemas.microsoft.com/office/drawing/2014/main" id="{541F2FB7-5B8E-0A66-E706-696728EDBA75}"/>
              </a:ext>
            </a:extLst>
          </p:cNvPr>
          <p:cNvSpPr txBox="1">
            <a:spLocks/>
          </p:cNvSpPr>
          <p:nvPr/>
        </p:nvSpPr>
        <p:spPr>
          <a:xfrm>
            <a:off x="838199" y="953170"/>
            <a:ext cx="9308283" cy="51070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4" indent="-228604" algn="l" defTabSz="914411" rtl="0" eaLnBrk="1" latinLnBrk="1" hangingPunct="1">
              <a:lnSpc>
                <a:spcPct val="90000"/>
              </a:lnSpc>
              <a:spcBef>
                <a:spcPts val="1001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9" indent="-228604" algn="l" defTabSz="914411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15" indent="-228604" algn="l" defTabSz="914411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21" indent="-228604" algn="l" defTabSz="914411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27" indent="-228604" algn="l" defTabSz="914411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32" indent="-228604" algn="l" defTabSz="914411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38" indent="-228604" algn="l" defTabSz="914411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44" indent="-228604" algn="l" defTabSz="914411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49" indent="-228604" algn="l" defTabSz="914411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ko-KR" dirty="0"/>
              <a:t>2) </a:t>
            </a:r>
            <a:r>
              <a:rPr lang="ko-KR" altLang="en-US" dirty="0"/>
              <a:t>구현 전 준비사항 </a:t>
            </a:r>
            <a:r>
              <a:rPr lang="en-US" altLang="ko-KR" dirty="0"/>
              <a:t>– </a:t>
            </a:r>
            <a:r>
              <a:rPr lang="ko-KR" altLang="en-US" dirty="0"/>
              <a:t>플랫폼에 앱 등록하기 </a:t>
            </a:r>
          </a:p>
        </p:txBody>
      </p:sp>
      <p:sp>
        <p:nvSpPr>
          <p:cNvPr id="10" name="내용 개체 틀 2">
            <a:extLst>
              <a:ext uri="{FF2B5EF4-FFF2-40B4-BE49-F238E27FC236}">
                <a16:creationId xmlns:a16="http://schemas.microsoft.com/office/drawing/2014/main" id="{74A7F2E2-B886-348E-BF23-89FEE90CCE83}"/>
              </a:ext>
            </a:extLst>
          </p:cNvPr>
          <p:cNvSpPr txBox="1">
            <a:spLocks/>
          </p:cNvSpPr>
          <p:nvPr/>
        </p:nvSpPr>
        <p:spPr>
          <a:xfrm>
            <a:off x="508232" y="1600142"/>
            <a:ext cx="5587768" cy="851064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10000"/>
          </a:bodyPr>
          <a:lstStyle>
            <a:lvl1pPr marL="228604" indent="-228604" algn="l" defTabSz="914411" rtl="0" eaLnBrk="1" latinLnBrk="1" hangingPunct="1">
              <a:lnSpc>
                <a:spcPct val="90000"/>
              </a:lnSpc>
              <a:spcBef>
                <a:spcPts val="1001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9" indent="-228604" algn="l" defTabSz="914411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15" indent="-228604" algn="l" defTabSz="914411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21" indent="-228604" algn="l" defTabSz="914411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27" indent="-228604" algn="l" defTabSz="914411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32" indent="-228604" algn="l" defTabSz="914411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38" indent="-228604" algn="l" defTabSz="914411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44" indent="-228604" algn="l" defTabSz="914411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49" indent="-228604" algn="l" defTabSz="914411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ko-KR" altLang="en-US" dirty="0"/>
              <a:t>카카오톡 </a:t>
            </a:r>
            <a:r>
              <a:rPr lang="en-US" altLang="ko-KR" dirty="0"/>
              <a:t>– </a:t>
            </a:r>
            <a:r>
              <a:rPr lang="ko-KR" altLang="en-US" dirty="0"/>
              <a:t>카카오 </a:t>
            </a:r>
            <a:r>
              <a:rPr lang="ko-KR" altLang="en-US" dirty="0" err="1"/>
              <a:t>디밸로퍼</a:t>
            </a:r>
            <a:r>
              <a:rPr lang="ko-KR" altLang="en-US" dirty="0"/>
              <a:t> </a:t>
            </a:r>
            <a:r>
              <a:rPr lang="en-US" altLang="ko-KR" dirty="0"/>
              <a:t>&gt; </a:t>
            </a:r>
            <a:r>
              <a:rPr lang="ko-KR" altLang="en-US" dirty="0"/>
              <a:t>앱 </a:t>
            </a:r>
            <a:r>
              <a:rPr lang="en-US" altLang="ko-KR" dirty="0"/>
              <a:t>&gt; </a:t>
            </a:r>
            <a:r>
              <a:rPr lang="ko-KR" altLang="en-US" dirty="0"/>
              <a:t>앱 메뉴 </a:t>
            </a:r>
            <a:r>
              <a:rPr lang="en-US" altLang="ko-KR" dirty="0"/>
              <a:t>&gt; </a:t>
            </a:r>
            <a:r>
              <a:rPr lang="ko-KR" altLang="en-US" dirty="0"/>
              <a:t>카카오 로그인 </a:t>
            </a:r>
            <a:r>
              <a:rPr lang="en-US" altLang="ko-KR" dirty="0"/>
              <a:t>&gt; </a:t>
            </a:r>
            <a:r>
              <a:rPr lang="ko-KR" altLang="en-US" dirty="0"/>
              <a:t>일반</a:t>
            </a:r>
            <a:endParaRPr lang="en-US" altLang="ko-KR" dirty="0"/>
          </a:p>
        </p:txBody>
      </p:sp>
      <p:sp>
        <p:nvSpPr>
          <p:cNvPr id="11" name="내용 개체 틀 2">
            <a:extLst>
              <a:ext uri="{FF2B5EF4-FFF2-40B4-BE49-F238E27FC236}">
                <a16:creationId xmlns:a16="http://schemas.microsoft.com/office/drawing/2014/main" id="{FB6100B6-1B75-E4B2-47B6-2FC5DCE4EDAF}"/>
              </a:ext>
            </a:extLst>
          </p:cNvPr>
          <p:cNvSpPr txBox="1">
            <a:spLocks/>
          </p:cNvSpPr>
          <p:nvPr/>
        </p:nvSpPr>
        <p:spPr>
          <a:xfrm>
            <a:off x="6165557" y="1600142"/>
            <a:ext cx="5083868" cy="51070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4" indent="-228604" algn="l" defTabSz="914411" rtl="0" eaLnBrk="1" latinLnBrk="1" hangingPunct="1">
              <a:lnSpc>
                <a:spcPct val="90000"/>
              </a:lnSpc>
              <a:spcBef>
                <a:spcPts val="1001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9" indent="-228604" algn="l" defTabSz="914411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15" indent="-228604" algn="l" defTabSz="914411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21" indent="-228604" algn="l" defTabSz="914411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27" indent="-228604" algn="l" defTabSz="914411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32" indent="-228604" algn="l" defTabSz="914411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38" indent="-228604" algn="l" defTabSz="914411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44" indent="-228604" algn="l" defTabSz="914411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49" indent="-228604" algn="l" defTabSz="914411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ko-KR" altLang="en-US" dirty="0"/>
              <a:t>네이버 </a:t>
            </a:r>
            <a:r>
              <a:rPr lang="en-US" altLang="ko-KR" dirty="0"/>
              <a:t>– </a:t>
            </a:r>
            <a:r>
              <a:rPr lang="ko-KR" altLang="en-US" dirty="0"/>
              <a:t>끝</a:t>
            </a:r>
            <a:r>
              <a:rPr lang="en-US" altLang="ko-KR" dirty="0"/>
              <a:t>.</a:t>
            </a:r>
            <a:endParaRPr lang="ko-KR" altLang="en-US" dirty="0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1A93D074-51B6-1028-AA23-97218B98A4F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4391" y="2451206"/>
            <a:ext cx="10563217" cy="44067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0204563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50125D-F1BD-DFCF-2255-58C3681F3E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1">
            <a:extLst>
              <a:ext uri="{FF2B5EF4-FFF2-40B4-BE49-F238E27FC236}">
                <a16:creationId xmlns:a16="http://schemas.microsoft.com/office/drawing/2014/main" id="{8F4C15AB-0691-BFA3-B030-9467F364CBFE}"/>
              </a:ext>
            </a:extLst>
          </p:cNvPr>
          <p:cNvSpPr txBox="1">
            <a:spLocks/>
          </p:cNvSpPr>
          <p:nvPr/>
        </p:nvSpPr>
        <p:spPr>
          <a:xfrm>
            <a:off x="838200" y="37955"/>
            <a:ext cx="10654715" cy="99389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11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ko-KR" dirty="0"/>
              <a:t>3. API docs - </a:t>
            </a:r>
            <a:r>
              <a:rPr lang="ko-KR" altLang="en-US" dirty="0"/>
              <a:t>상세</a:t>
            </a: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57070040-B66C-4777-36B6-DAE3DF8C36BD}"/>
              </a:ext>
            </a:extLst>
          </p:cNvPr>
          <p:cNvSpPr txBox="1">
            <a:spLocks/>
          </p:cNvSpPr>
          <p:nvPr/>
        </p:nvSpPr>
        <p:spPr>
          <a:xfrm>
            <a:off x="768642" y="3347121"/>
            <a:ext cx="10654715" cy="993892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77500" lnSpcReduction="20000"/>
          </a:bodyPr>
          <a:lstStyle>
            <a:lvl1pPr algn="l" defTabSz="914411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ko-KR" altLang="en-US" dirty="0"/>
              <a:t>네이버 </a:t>
            </a:r>
            <a:r>
              <a:rPr lang="en-US" altLang="ko-KR" dirty="0"/>
              <a:t>:</a:t>
            </a:r>
          </a:p>
          <a:p>
            <a:r>
              <a:rPr lang="en-US" altLang="ko-KR" dirty="0">
                <a:hlinkClick r:id="rId2"/>
              </a:rPr>
              <a:t>https://developers.naver.com/docs/login/api/api.md</a:t>
            </a:r>
            <a:endParaRPr lang="ko-KR" altLang="en-US" dirty="0"/>
          </a:p>
        </p:txBody>
      </p:sp>
      <p:sp>
        <p:nvSpPr>
          <p:cNvPr id="4" name="제목 1">
            <a:extLst>
              <a:ext uri="{FF2B5EF4-FFF2-40B4-BE49-F238E27FC236}">
                <a16:creationId xmlns:a16="http://schemas.microsoft.com/office/drawing/2014/main" id="{7F229D65-EBD9-D058-61FE-3C8E957D0F71}"/>
              </a:ext>
            </a:extLst>
          </p:cNvPr>
          <p:cNvSpPr txBox="1">
            <a:spLocks/>
          </p:cNvSpPr>
          <p:nvPr/>
        </p:nvSpPr>
        <p:spPr>
          <a:xfrm>
            <a:off x="768642" y="1692538"/>
            <a:ext cx="10654715" cy="993892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62500" lnSpcReduction="20000"/>
          </a:bodyPr>
          <a:lstStyle>
            <a:lvl1pPr algn="l" defTabSz="914411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ko-KR" altLang="en-US" dirty="0"/>
              <a:t>카카오톡 </a:t>
            </a:r>
            <a:r>
              <a:rPr lang="en-US" altLang="ko-KR" dirty="0"/>
              <a:t>: </a:t>
            </a:r>
          </a:p>
          <a:p>
            <a:endParaRPr lang="en-US" altLang="ko-KR" dirty="0"/>
          </a:p>
          <a:p>
            <a:r>
              <a:rPr lang="en-US" altLang="ko-KR" dirty="0">
                <a:hlinkClick r:id="rId3"/>
              </a:rPr>
              <a:t>https://developers.kakao.com/docs/latest/ko/kakaologin/rest-api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94446192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035A04-117F-DAA4-70B5-72A3E69BFC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1">
            <a:extLst>
              <a:ext uri="{FF2B5EF4-FFF2-40B4-BE49-F238E27FC236}">
                <a16:creationId xmlns:a16="http://schemas.microsoft.com/office/drawing/2014/main" id="{D62FA243-046F-E65B-AD5C-F9D8B756C047}"/>
              </a:ext>
            </a:extLst>
          </p:cNvPr>
          <p:cNvSpPr txBox="1">
            <a:spLocks/>
          </p:cNvSpPr>
          <p:nvPr/>
        </p:nvSpPr>
        <p:spPr>
          <a:xfrm>
            <a:off x="838200" y="37955"/>
            <a:ext cx="10654715" cy="99389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11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ko-KR" dirty="0"/>
              <a:t>3. </a:t>
            </a:r>
            <a:r>
              <a:rPr lang="ko-KR" altLang="en-US" dirty="0"/>
              <a:t>코드 설명 </a:t>
            </a:r>
            <a:r>
              <a:rPr lang="en-US" altLang="ko-KR" dirty="0"/>
              <a:t>/ 4.</a:t>
            </a:r>
            <a:r>
              <a:rPr lang="ko-KR" altLang="en-US" dirty="0"/>
              <a:t> 실제 작동 여부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216496157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0C4AE8-88D3-6A4D-F19A-4C95816225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1">
            <a:extLst>
              <a:ext uri="{FF2B5EF4-FFF2-40B4-BE49-F238E27FC236}">
                <a16:creationId xmlns:a16="http://schemas.microsoft.com/office/drawing/2014/main" id="{475AC73D-0060-85E4-3440-4E1DDD9E26D8}"/>
              </a:ext>
            </a:extLst>
          </p:cNvPr>
          <p:cNvSpPr txBox="1">
            <a:spLocks/>
          </p:cNvSpPr>
          <p:nvPr/>
        </p:nvSpPr>
        <p:spPr>
          <a:xfrm>
            <a:off x="838200" y="37955"/>
            <a:ext cx="10654715" cy="99389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11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ko-KR" dirty="0"/>
              <a:t>5. </a:t>
            </a:r>
            <a:r>
              <a:rPr lang="ko-KR" altLang="en-US" dirty="0"/>
              <a:t>데이터 수집 후 추가적인 고려 사항</a:t>
            </a:r>
            <a:endParaRPr lang="en-US" altLang="ko-KR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96C9A82D-86EB-F552-D1FB-688E8420BB6C}"/>
              </a:ext>
            </a:extLst>
          </p:cNvPr>
          <p:cNvSpPr txBox="1">
            <a:spLocks/>
          </p:cNvSpPr>
          <p:nvPr/>
        </p:nvSpPr>
        <p:spPr>
          <a:xfrm>
            <a:off x="838200" y="1145301"/>
            <a:ext cx="10654715" cy="544844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11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742950" indent="-742950">
              <a:buAutoNum type="arabicParenR"/>
            </a:pPr>
            <a:r>
              <a:rPr lang="ko-KR" altLang="en-US" dirty="0"/>
              <a:t>암호화된 </a:t>
            </a:r>
            <a:r>
              <a:rPr lang="en-US" altLang="ko-KR" dirty="0"/>
              <a:t>ID</a:t>
            </a:r>
            <a:r>
              <a:rPr lang="ko-KR" altLang="en-US" dirty="0"/>
              <a:t>외에 다른 정보는 없는가</a:t>
            </a:r>
            <a:r>
              <a:rPr lang="en-US" altLang="ko-KR" dirty="0"/>
              <a:t>?</a:t>
            </a:r>
          </a:p>
          <a:p>
            <a:pPr marL="1200150" lvl="1" indent="-742950">
              <a:buFontTx/>
              <a:buAutoNum type="arabicParenR"/>
            </a:pPr>
            <a:r>
              <a:rPr lang="ko-KR" altLang="en-US" dirty="0"/>
              <a:t>로그인 필요 </a:t>
            </a:r>
            <a:r>
              <a:rPr lang="en-US" altLang="ko-KR" dirty="0"/>
              <a:t>: </a:t>
            </a:r>
            <a:r>
              <a:rPr lang="en-US" altLang="ko-KR" dirty="0">
                <a:hlinkClick r:id="rId2"/>
              </a:rPr>
              <a:t>https://developers.kakao.com/console/app/1324377/product/login/scope</a:t>
            </a:r>
            <a:endParaRPr lang="en-US" altLang="ko-KR" dirty="0"/>
          </a:p>
          <a:p>
            <a:pPr lvl="2"/>
            <a:r>
              <a:rPr lang="en-US" altLang="ko-KR" dirty="0"/>
              <a:t>    </a:t>
            </a:r>
            <a:r>
              <a:rPr lang="ko-KR" altLang="en-US" dirty="0"/>
              <a:t>로그인 </a:t>
            </a:r>
            <a:r>
              <a:rPr lang="en-US" altLang="ko-KR" dirty="0"/>
              <a:t>X : </a:t>
            </a:r>
            <a:r>
              <a:rPr lang="en-US" altLang="ko-KR" dirty="0">
                <a:hlinkClick r:id="rId3"/>
              </a:rPr>
              <a:t>https://developers.naver.com/docs/login/profile/profile.md</a:t>
            </a:r>
            <a:r>
              <a:rPr lang="en-US" altLang="ko-KR" dirty="0"/>
              <a:t> </a:t>
            </a:r>
          </a:p>
          <a:p>
            <a:pPr marL="1200150" lvl="1" indent="-742950">
              <a:buAutoNum type="arabicParenR"/>
            </a:pPr>
            <a:endParaRPr lang="en-US" altLang="ko-KR" dirty="0"/>
          </a:p>
          <a:p>
            <a:pPr marL="742950" indent="-742950">
              <a:buAutoNum type="arabicParenR"/>
            </a:pPr>
            <a:r>
              <a:rPr lang="ko-KR" altLang="en-US" dirty="0"/>
              <a:t>로그인 이후에 해야 할 일은</a:t>
            </a:r>
            <a:r>
              <a:rPr lang="en-US" altLang="ko-KR" dirty="0"/>
              <a:t>?</a:t>
            </a:r>
          </a:p>
          <a:p>
            <a:pPr marL="1200150" lvl="1" indent="-742950">
              <a:buAutoNum type="arabicParenR"/>
            </a:pPr>
            <a:r>
              <a:rPr lang="en-US" altLang="ko-KR" dirty="0"/>
              <a:t>J</a:t>
            </a:r>
            <a:r>
              <a:rPr lang="ko-KR" altLang="en-US" dirty="0" err="1"/>
              <a:t>세션아이디</a:t>
            </a:r>
            <a:r>
              <a:rPr lang="ko-KR" altLang="en-US" dirty="0"/>
              <a:t> 토큰 발급</a:t>
            </a:r>
            <a:r>
              <a:rPr lang="en-US" altLang="ko-KR" dirty="0"/>
              <a:t> / ID</a:t>
            </a:r>
            <a:r>
              <a:rPr lang="ko-KR" altLang="en-US" dirty="0"/>
              <a:t>값 저장 등</a:t>
            </a:r>
            <a:endParaRPr lang="en-US" altLang="ko-KR" dirty="0"/>
          </a:p>
          <a:p>
            <a:pPr marL="1200150" lvl="1" indent="-742950">
              <a:buAutoNum type="arabicParenR"/>
            </a:pPr>
            <a:endParaRPr lang="en-US" altLang="ko-KR" dirty="0"/>
          </a:p>
          <a:p>
            <a:pPr marL="742950" indent="-742950">
              <a:buAutoNum type="arabicParenR"/>
            </a:pPr>
            <a:r>
              <a:rPr lang="ko-KR" altLang="en-US" dirty="0"/>
              <a:t>로그아웃을 할 때</a:t>
            </a:r>
            <a:r>
              <a:rPr lang="en-US" altLang="ko-KR" dirty="0"/>
              <a:t>, </a:t>
            </a:r>
            <a:r>
              <a:rPr lang="ko-KR" altLang="en-US" dirty="0"/>
              <a:t>소셜 로그인도 풀어야 하는가</a:t>
            </a:r>
            <a:r>
              <a:rPr lang="en-US" altLang="ko-KR" dirty="0"/>
              <a:t>?</a:t>
            </a:r>
          </a:p>
          <a:p>
            <a:pPr marL="1200150" lvl="1" indent="-742950">
              <a:buAutoNum type="arabicParenR"/>
            </a:pPr>
            <a:r>
              <a:rPr lang="ko-KR" altLang="en-US" dirty="0"/>
              <a:t>소셜 로그아웃을 원하는 사람에 한해서 해야함</a:t>
            </a:r>
            <a:r>
              <a:rPr lang="en-US" altLang="ko-KR" dirty="0"/>
              <a:t>.</a:t>
            </a:r>
          </a:p>
          <a:p>
            <a:pPr marL="1200150" lvl="1" indent="-742950">
              <a:buAutoNum type="arabicParenR"/>
            </a:pPr>
            <a:r>
              <a:rPr lang="en-US" altLang="ko-KR" u="sng">
                <a:hlinkClick r:id="rId4"/>
              </a:rPr>
              <a:t>https://developers.kakao.com/docs/latest/ko/kakaologin/rest-api#logout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200722020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496469-62EE-ECA5-9D14-3431C0734A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1">
            <a:extLst>
              <a:ext uri="{FF2B5EF4-FFF2-40B4-BE49-F238E27FC236}">
                <a16:creationId xmlns:a16="http://schemas.microsoft.com/office/drawing/2014/main" id="{BAA604E8-1334-A83C-5DB5-FF07B590B2B5}"/>
              </a:ext>
            </a:extLst>
          </p:cNvPr>
          <p:cNvSpPr txBox="1">
            <a:spLocks/>
          </p:cNvSpPr>
          <p:nvPr/>
        </p:nvSpPr>
        <p:spPr>
          <a:xfrm>
            <a:off x="838200" y="37955"/>
            <a:ext cx="10654715" cy="99389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11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ko-KR" dirty="0"/>
              <a:t>6. </a:t>
            </a:r>
            <a:r>
              <a:rPr lang="ko-KR" altLang="en-US" dirty="0"/>
              <a:t>출처 및 질의응답 시간</a:t>
            </a:r>
            <a:endParaRPr lang="en-US" altLang="ko-KR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8BB93D6B-93F3-490C-6717-892DD1E697C3}"/>
              </a:ext>
            </a:extLst>
          </p:cNvPr>
          <p:cNvSpPr txBox="1">
            <a:spLocks/>
          </p:cNvSpPr>
          <p:nvPr/>
        </p:nvSpPr>
        <p:spPr>
          <a:xfrm>
            <a:off x="871756" y="1996580"/>
            <a:ext cx="10654715" cy="335979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11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ko-KR" altLang="en-US" sz="3200" dirty="0"/>
              <a:t>토큰 발급 코드 </a:t>
            </a:r>
            <a:r>
              <a:rPr lang="en-US" altLang="ko-KR" sz="3200" dirty="0"/>
              <a:t>: </a:t>
            </a:r>
            <a:r>
              <a:rPr lang="en-US" altLang="ko-KR" sz="3200" dirty="0">
                <a:hlinkClick r:id="rId2"/>
              </a:rPr>
              <a:t>https://suyeoniii.tistory.com/79</a:t>
            </a:r>
            <a:endParaRPr lang="en-US" altLang="ko-KR" sz="3200" dirty="0"/>
          </a:p>
          <a:p>
            <a:endParaRPr lang="en-US" altLang="ko-KR" sz="3200" dirty="0"/>
          </a:p>
          <a:p>
            <a:r>
              <a:rPr lang="ko-KR" altLang="en-US" sz="3200" dirty="0"/>
              <a:t>사용자 정보 수집</a:t>
            </a:r>
            <a:r>
              <a:rPr lang="en-US" altLang="ko-KR" sz="3200" dirty="0"/>
              <a:t>(POST) : </a:t>
            </a:r>
            <a:r>
              <a:rPr lang="en-US" altLang="ko-KR" sz="3200" dirty="0">
                <a:hlinkClick r:id="rId3"/>
              </a:rPr>
              <a:t>https://suyeoniii.tistory.com/81</a:t>
            </a:r>
            <a:endParaRPr lang="en-US" altLang="ko-KR" sz="3200" dirty="0"/>
          </a:p>
        </p:txBody>
      </p:sp>
    </p:spTree>
    <p:extLst>
      <p:ext uri="{BB962C8B-B14F-4D97-AF65-F5344CB8AC3E}">
        <p14:creationId xmlns:p14="http://schemas.microsoft.com/office/powerpoint/2010/main" val="8156621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169</TotalTime>
  <Words>469</Words>
  <Application>Microsoft Office PowerPoint</Application>
  <PresentationFormat>와이드스크린</PresentationFormat>
  <Paragraphs>62</Paragraphs>
  <Slides>12</Slides>
  <Notes>2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12</vt:i4>
      </vt:variant>
    </vt:vector>
  </HeadingPairs>
  <TitlesOfParts>
    <vt:vector size="15" baseType="lpstr">
      <vt:lpstr>맑은 고딕</vt:lpstr>
      <vt:lpstr>Arial</vt:lpstr>
      <vt:lpstr>Office 테마</vt:lpstr>
      <vt:lpstr>소셜 로그인 (카카오톡/네이버) 구현 방법 예시.</vt:lpstr>
      <vt:lpstr>진행 순서</vt:lpstr>
      <vt:lpstr>1. 개요</vt:lpstr>
      <vt:lpstr>2. 소셜 로그인      구현 전에      알아보기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User</dc:creator>
  <cp:lastModifiedBy>User</cp:lastModifiedBy>
  <cp:revision>13</cp:revision>
  <dcterms:created xsi:type="dcterms:W3CDTF">2025-10-29T12:07:32Z</dcterms:created>
  <dcterms:modified xsi:type="dcterms:W3CDTF">2025-11-13T14:06:45Z</dcterms:modified>
</cp:coreProperties>
</file>